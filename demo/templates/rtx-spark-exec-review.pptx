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4bc21fa3f34005" /><Relationship Type="http://schemas.openxmlformats.org/officeDocument/2006/relationships/extended-properties" Target="/docProps/app.xml" Id="Rd82fbae72d0a4f6c" /><Relationship Type="http://schemas.openxmlformats.org/officeDocument/2006/relationships/officeDocument" Target="/ppt/presentation.xml" Id="Rc299f39eff2b41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9acd178e0b48fb"/>
  </p:sldMasterIdLst>
  <p:notesMasterIdLst>
    <p:notesMasterId xmlns:r="http://schemas.openxmlformats.org/officeDocument/2006/relationships" r:id="Rb748eebfcaba48fb"/>
  </p:notesMasterIdLst>
  <p:sldIdLst>
    <p:sldId xmlns:r="http://schemas.openxmlformats.org/officeDocument/2006/relationships" id="256" r:id="Rab4c320da51e40a7"/>
    <p:sldId xmlns:r="http://schemas.openxmlformats.org/officeDocument/2006/relationships" id="257" r:id="Rbc562eb828a648d8"/>
    <p:sldId xmlns:r="http://schemas.openxmlformats.org/officeDocument/2006/relationships" id="258" r:id="R2c6a21780869411e"/>
    <p:sldId xmlns:r="http://schemas.openxmlformats.org/officeDocument/2006/relationships" id="259" r:id="R7a74c6a0117b41c3"/>
    <p:sldId xmlns:r="http://schemas.openxmlformats.org/officeDocument/2006/relationships" id="260" r:id="R9c51a161150f410d"/>
    <p:sldId xmlns:r="http://schemas.openxmlformats.org/officeDocument/2006/relationships" id="261" r:id="R417f788f7a094f68"/>
    <p:sldId xmlns:r="http://schemas.openxmlformats.org/officeDocument/2006/relationships" id="262" r:id="Ra113634c7ef24e48"/>
    <p:sldId xmlns:r="http://schemas.openxmlformats.org/officeDocument/2006/relationships" id="263" r:id="R3da7b3c6ca05478a"/>
    <p:sldId xmlns:r="http://schemas.openxmlformats.org/officeDocument/2006/relationships" id="264" r:id="R3206e6f7427e4110"/>
    <p:sldId xmlns:r="http://schemas.openxmlformats.org/officeDocument/2006/relationships" id="265" r:id="R1b6e09d9bc0442e4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71c250fd834336" /><Relationship Type="http://schemas.openxmlformats.org/officeDocument/2006/relationships/slideMaster" Target="/ppt/slideMasters/slideMaster1.xml" Id="R7c9acd178e0b48fb" /><Relationship Type="http://schemas.openxmlformats.org/officeDocument/2006/relationships/notesMaster" Target="/ppt/notesMasters/notesMaster1.xml" Id="Rb748eebfcaba48fb" /><Relationship Type="http://schemas.openxmlformats.org/officeDocument/2006/relationships/presProps" Target="/ppt/presProps.xml" Id="R2ea73e3e8637416f" /><Relationship Type="http://schemas.openxmlformats.org/officeDocument/2006/relationships/viewProps" Target="/ppt/viewProps.xml" Id="Rdf99eb0d6b8f43d3" /><Relationship Type="http://schemas.openxmlformats.org/officeDocument/2006/relationships/tableStyles" Target="/ppt/tableStyles.xml" Id="R710746bc667f4f2a" /><Relationship Type="http://schemas.openxmlformats.org/officeDocument/2006/relationships/slide" Target="/ppt/slides/slide1.xml" Id="Rab4c320da51e40a7" /><Relationship Type="http://schemas.openxmlformats.org/officeDocument/2006/relationships/slide" Target="/ppt/slides/slide2.xml" Id="Rbc562eb828a648d8" /><Relationship Type="http://schemas.openxmlformats.org/officeDocument/2006/relationships/slide" Target="/ppt/slides/slide3.xml" Id="R2c6a21780869411e" /><Relationship Type="http://schemas.openxmlformats.org/officeDocument/2006/relationships/slide" Target="/ppt/slides/slide4.xml" Id="R7a74c6a0117b41c3" /><Relationship Type="http://schemas.openxmlformats.org/officeDocument/2006/relationships/slide" Target="/ppt/slides/slide5.xml" Id="R9c51a161150f410d" /><Relationship Type="http://schemas.openxmlformats.org/officeDocument/2006/relationships/slide" Target="/ppt/slides/slide6.xml" Id="R417f788f7a094f68" /><Relationship Type="http://schemas.openxmlformats.org/officeDocument/2006/relationships/slide" Target="/ppt/slides/slide7.xml" Id="Ra113634c7ef24e48" /><Relationship Type="http://schemas.openxmlformats.org/officeDocument/2006/relationships/slide" Target="/ppt/slides/slide8.xml" Id="R3da7b3c6ca05478a" /><Relationship Type="http://schemas.openxmlformats.org/officeDocument/2006/relationships/slide" Target="/ppt/slides/slide9.xml" Id="R3206e6f7427e4110" /><Relationship Type="http://schemas.openxmlformats.org/officeDocument/2006/relationships/slide" Target="/ppt/slides/slide10.xml" Id="R1b6e09d9bc0442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92253e1b3e45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977f591c1c4704" /><Relationship Type="http://schemas.openxmlformats.org/officeDocument/2006/relationships/notesMaster" Target="/ppt/notesMasters/notesMaster1.xml" Id="Rf4bdadf9ba174d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ebc97751494d25" /><Relationship Type="http://schemas.openxmlformats.org/officeDocument/2006/relationships/notesMaster" Target="/ppt/notesMasters/notesMaster1.xml" Id="R78bdb42581c745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c316b0d53d44f6" /><Relationship Type="http://schemas.openxmlformats.org/officeDocument/2006/relationships/notesMaster" Target="/ppt/notesMasters/notesMaster1.xml" Id="R0ae591ed7f7249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541051632b4a8e" /><Relationship Type="http://schemas.openxmlformats.org/officeDocument/2006/relationships/notesMaster" Target="/ppt/notesMasters/notesMaster1.xml" Id="R318add0448ef49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41417ebf5b44c0" /><Relationship Type="http://schemas.openxmlformats.org/officeDocument/2006/relationships/notesMaster" Target="/ppt/notesMasters/notesMaster1.xml" Id="R4faa76ef224d46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13a6862ac7452e" /><Relationship Type="http://schemas.openxmlformats.org/officeDocument/2006/relationships/notesMaster" Target="/ppt/notesMasters/notesMaster1.xml" Id="R7372202453ce47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12adb1866c4ceb" /><Relationship Type="http://schemas.openxmlformats.org/officeDocument/2006/relationships/notesMaster" Target="/ppt/notesMasters/notesMaster1.xml" Id="R64e73c4cb1dd45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eed66163e14ba9" /><Relationship Type="http://schemas.openxmlformats.org/officeDocument/2006/relationships/notesMaster" Target="/ppt/notesMasters/notesMaster1.xml" Id="Rf1d10c9d9db347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1a391d0c8041d4" /><Relationship Type="http://schemas.openxmlformats.org/officeDocument/2006/relationships/notesMaster" Target="/ppt/notesMasters/notesMaster1.xml" Id="R7a49fedd371344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5d8ac9983447b4" /><Relationship Type="http://schemas.openxmlformats.org/officeDocument/2006/relationships/notesMaster" Target="/ppt/notesMasters/notesMaster1.xml" Id="R54cbbc39a7e040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6b66bb53741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35c73a7a654d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a439b3952149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8c9fc030343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65ec3ae36f46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eaf46bd0cc4bf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c94dbcebaf456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41e9c4774546a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3f2d871710411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bf360195304cd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65d444e104120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988EFD37-2162-45E1-87C9-3FFC7EF7EFB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B37397CB-A11A-46AC-B35D-39B1E04161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3EECE39E-CA1D-462D-A92A-6FB3E057B6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9F52AB6C-F060-425A-8FDC-634DD9E23A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0FBE6EC2-3DD7-47B2-B64A-BB764ADFD7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FF8B0036-989D-46ED-98BB-86E378D402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54702CBD-AD3A-48F6-9A32-B5653E5D9C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935100C5-F00F-4107-8231-A1070917A3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97882DBF-E8E1-4CE3-BC02-DC0D5A6E65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22230D41-1F0D-4A03-B204-6ED11A13C2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0FF8DB20-9F3A-40CF-BD94-917542AE9F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D4E5380C-82EE-4449-8115-E1662CB237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9198FBDD-B892-46B2-B1FE-9E054592A5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49B91906-E0F7-421A-80B0-4FD64C1815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346658F7-AF08-4E31-8873-4A4D3D4FB5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FBE657EB-E1DA-483D-9AB9-154D6479BA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E80CE2AB-190E-4DDC-BD36-81C66EC0B4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EF09CE70-410A-4633-872D-F21AF45D40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07EB73A8-314D-49A4-9D21-2EFFEE4B93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46CF2BC4-267B-4992-A2CB-4CDCF366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15CC12F6-8B2D-4DAF-ADE3-A224774C41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F7396DC4-0314-453A-B581-DE951F93244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D9A49940-5A21-4987-9EAB-9D1B22BC56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3B4767B9-B222-4F96-833B-4C39A2C53D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1729BA23-617C-493F-97E2-C35760F644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65543D1C-02D5-4DCA-9AA8-AA3EAEAC96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DE61683F-85D5-411F-ADE2-A85BCCF10C0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7F866FC5-2F18-4E90-8441-BD62426734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A950AC33-99D6-4E03-AB8B-F4A8D50017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1671D826-B707-4FD4-96A1-0281B9C698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8606b70c514158" /><Relationship Type="http://schemas.openxmlformats.org/officeDocument/2006/relationships/slideLayout" Target="/ppt/slideLayouts/slideLayout1.xml" Id="Rf528cc52fd6b4209" /><Relationship Type="http://schemas.openxmlformats.org/officeDocument/2006/relationships/slideLayout" Target="/ppt/slideLayouts/slideLayout2.xml" Id="Raa2d88de73414faf" /><Relationship Type="http://schemas.openxmlformats.org/officeDocument/2006/relationships/slideLayout" Target="/ppt/slideLayouts/slideLayout3.xml" Id="Rb7aa8d71d0924f8f" /><Relationship Type="http://schemas.openxmlformats.org/officeDocument/2006/relationships/slideLayout" Target="/ppt/slideLayouts/slideLayout4.xml" Id="Re0a7b73977a448f3" /><Relationship Type="http://schemas.openxmlformats.org/officeDocument/2006/relationships/slideLayout" Target="/ppt/slideLayouts/slideLayout5.xml" Id="R8b5fb6d012554bdd" /><Relationship Type="http://schemas.openxmlformats.org/officeDocument/2006/relationships/slideLayout" Target="/ppt/slideLayouts/slideLayout6.xml" Id="R226436a7b2284c7a" /><Relationship Type="http://schemas.openxmlformats.org/officeDocument/2006/relationships/slideLayout" Target="/ppt/slideLayouts/slideLayout7.xml" Id="Rd8e9d20dfc284661" /><Relationship Type="http://schemas.openxmlformats.org/officeDocument/2006/relationships/slideLayout" Target="/ppt/slideLayouts/slideLayout8.xml" Id="R9096f9a87535444e" /><Relationship Type="http://schemas.openxmlformats.org/officeDocument/2006/relationships/slideLayout" Target="/ppt/slideLayouts/slideLayout9.xml" Id="Rc111dfe2c22849ce" /><Relationship Type="http://schemas.openxmlformats.org/officeDocument/2006/relationships/slideLayout" Target="/ppt/slideLayouts/slideLayout10.xml" Id="R524c960f928a4a54" /><Relationship Type="http://schemas.openxmlformats.org/officeDocument/2006/relationships/slideLayout" Target="/ppt/slideLayouts/slideLayout11.xml" Id="Rc7cbd153f3824066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59885595-8455-41D4-85EA-82E7FACD9F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B186280C-3619-4E0A-B733-6E1A99B861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31970000-5F69-4BEA-8EDA-473D96C651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28cc52fd6b4209"/>
    <p:sldLayoutId xmlns:r="http://schemas.openxmlformats.org/officeDocument/2006/relationships" id="2147483650" r:id="Raa2d88de73414faf"/>
    <p:sldLayoutId xmlns:r="http://schemas.openxmlformats.org/officeDocument/2006/relationships" id="2147483651" r:id="Rb7aa8d71d0924f8f"/>
    <p:sldLayoutId xmlns:r="http://schemas.openxmlformats.org/officeDocument/2006/relationships" id="2147483652" r:id="Re0a7b73977a448f3"/>
    <p:sldLayoutId xmlns:r="http://schemas.openxmlformats.org/officeDocument/2006/relationships" id="2147483653" r:id="R8b5fb6d012554bdd"/>
    <p:sldLayoutId xmlns:r="http://schemas.openxmlformats.org/officeDocument/2006/relationships" id="2147483654" r:id="R226436a7b2284c7a"/>
    <p:sldLayoutId xmlns:r="http://schemas.openxmlformats.org/officeDocument/2006/relationships" id="2147483655" r:id="Rd8e9d20dfc284661"/>
    <p:sldLayoutId xmlns:r="http://schemas.openxmlformats.org/officeDocument/2006/relationships" id="2147483656" r:id="R9096f9a87535444e"/>
    <p:sldLayoutId xmlns:r="http://schemas.openxmlformats.org/officeDocument/2006/relationships" id="2147483657" r:id="Rc111dfe2c22849ce"/>
    <p:sldLayoutId xmlns:r="http://schemas.openxmlformats.org/officeDocument/2006/relationships" id="2147483658" r:id="R524c960f928a4a54"/>
    <p:sldLayoutId xmlns:r="http://schemas.openxmlformats.org/officeDocument/2006/relationships" id="2147483659" r:id="Rc7cbd153f382406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f862d59317c4c25" /><Relationship Type="http://schemas.openxmlformats.org/officeDocument/2006/relationships/notesSlide" Target="/ppt/notesSlides/notesSlide1.xml" Id="R74c8f4a6aa4944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a05c3b318024c6d" /><Relationship Type="http://schemas.openxmlformats.org/officeDocument/2006/relationships/notesSlide" Target="/ppt/notesSlides/notesSlide2.xml" Id="Rd5e1f5948e4240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65896484f654087" /><Relationship Type="http://schemas.openxmlformats.org/officeDocument/2006/relationships/notesSlide" Target="/ppt/notesSlides/notesSlide3.xml" Id="Rf2b310f854a647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59767a8f3714e95" /><Relationship Type="http://schemas.openxmlformats.org/officeDocument/2006/relationships/notesSlide" Target="/ppt/notesSlides/notesSlide4.xml" Id="R558895a9d36c44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933eb4735fd4eb1" /><Relationship Type="http://schemas.openxmlformats.org/officeDocument/2006/relationships/notesSlide" Target="/ppt/notesSlides/notesSlide5.xml" Id="R942aa26c7fc94c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6757c8bdd3a410a" /><Relationship Type="http://schemas.openxmlformats.org/officeDocument/2006/relationships/notesSlide" Target="/ppt/notesSlides/notesSlide6.xml" Id="Rd6f0ee36730a4f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20da156324414a9f" /><Relationship Type="http://schemas.openxmlformats.org/officeDocument/2006/relationships/notesSlide" Target="/ppt/notesSlides/notesSlide7.xml" Id="Rf3251aa70ce649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1867e398b4e4a89" /><Relationship Type="http://schemas.openxmlformats.org/officeDocument/2006/relationships/notesSlide" Target="/ppt/notesSlides/notesSlide8.xml" Id="Rdf91512605a44c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d89346e316d4558" /><Relationship Type="http://schemas.openxmlformats.org/officeDocument/2006/relationships/notesSlide" Target="/ppt/notesSlides/notesSlide9.xml" Id="Ra0a51ee7f7e643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29d709c60034d48" /><Relationship Type="http://schemas.openxmlformats.org/officeDocument/2006/relationships/notesSlide" Target="/ppt/notesSlides/notesSlide10.xml" Id="R52ce0a47670f48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FB68066D-73E4-48E1-9AA6-39FCFFC8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80010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rgbClr val="F6F8F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9DDB37"/>
                </a:solidFill>
                <a:latin typeface="Arial"/>
                <a:ea typeface="Arial"/>
                <a:cs typeface="Arial"/>
              </a:rPr>
              <a:t>RTX Spark</a:t>
            </a:r>
            <a:endParaRPr sz="4000" b="1">
              <a:solidFill>
                <a:srgbClr val="FFFFFF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  <a:buNone/>
              <a:defRPr sz="5400" b="1">
                <a:solidFill>
                  <a:srgbClr val="F6F8F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6F8F1"/>
                </a:solidFill>
                <a:latin typeface="Arial"/>
                <a:ea typeface="Arial"/>
                <a:cs typeface="Arial"/>
              </a:rPr>
              <a:t>Exec Review</a:t>
            </a:r>
            <a:endParaRPr sz="4000" b="1">
              <a:solidFill>
                <a:srgbClr val="FFFFFF"/>
              </a:solidFill>
            </a:endParaRPr>
          </a:p>
        </p:txBody>
      </p:sp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45DBDB89-C2E1-4E43-AFFA-C1B20097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762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D0D9CD"/>
                </a:solidFill>
                <a:latin typeface="Arial"/>
                <a:ea typeface="Arial"/>
                <a:cs typeface="Arial"/>
              </a:defRPr>
            </a:pPr>
            <a:r>
              <a:rPr sz="1875" b="0" u="none">
                <a:solidFill>
                  <a:srgbClr val="D0D9CD"/>
                </a:solidFill>
                <a:latin typeface="Arial"/>
                <a:ea typeface="Arial"/>
                <a:cs typeface="Arial"/>
              </a:rPr>
              <a:t>Campaign plan</a:t>
            </a:r>
            <a:endParaRPr sz="1800">
              <a:solidFill>
                <a:srgbClr val="C7D2FE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  <a:buNone/>
              <a:defRPr sz="1875" b="0">
                <a:solidFill>
                  <a:srgbClr val="D0D9CD"/>
                </a:solidFill>
                <a:latin typeface="Arial"/>
                <a:ea typeface="Arial"/>
                <a:cs typeface="Arial"/>
              </a:defRPr>
            </a:pPr>
            <a:r>
              <a:rPr sz="1875" b="0" u="none">
                <a:solidFill>
                  <a:srgbClr val="D0D9CD"/>
                </a:solidFill>
                <a:latin typeface="Arial"/>
                <a:ea typeface="Arial"/>
                <a:cs typeface="Arial"/>
              </a:rPr>
              <a:t>Decision-ready working deck</a:t>
            </a:r>
            <a:endParaRPr sz="1800">
              <a:solidFill>
                <a:srgbClr val="C7D2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4796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14">
            <a:extLst xmlns:a="http://schemas.openxmlformats.org/drawingml/2006/main">
              <a:ext uri="{FF2B5EF4-FFF2-40B4-BE49-F238E27FC236}">
                <a16:creationId xmlns:a16="http://schemas.microsoft.com/office/drawing/2014/main" id="{0B677574-3BD1-467E-BB6D-E20E8AD6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2571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  <a:defRPr sz="2850" b="1">
                <a:solidFill>
                  <a:srgbClr val="2442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421A"/>
                </a:solidFill>
                <a:latin typeface="Arial"/>
                <a:ea typeface="Arial"/>
                <a:cs typeface="Arial"/>
              </a:rPr>
              <a:t>Lead with the agent</a:t>
            </a:r>
            <a:endParaRPr sz="2800" b="1">
              <a:solidFill>
                <a:srgbClr val="172554"/>
              </a:solidFill>
            </a:endParaRPr>
          </a:p>
        </p:txBody>
      </p:sp>
      <p:sp>
        <p:nvSpPr>
          <p:cNvPr id="61" name="Google Shape;61;p14">
            <a:extLst xmlns:a="http://schemas.openxmlformats.org/drawingml/2006/main">
              <a:ext uri="{FF2B5EF4-FFF2-40B4-BE49-F238E27FC236}">
                <a16:creationId xmlns:a16="http://schemas.microsoft.com/office/drawing/2014/main" id="{3F5CDEB7-DA7B-491F-8397-4335B096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62000"/>
            <a:ext cx="5048250" cy="3800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THE PROMISE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Useful AI coworkers running locally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THE PROOF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Product specifications, privacy, and readiness support that promise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THE ASK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Approve the agent-first keynote storyline</a:t>
            </a:r>
            <a:endParaRPr sz="1700">
              <a:solidFill>
                <a:srgbClr val="1F2937"/>
              </a:solidFill>
            </a:endParaRPr>
          </a:p>
        </p:txBody>
      </p:sp>
      <p:sp>
        <p:nvSpPr>
          <p:cNvPr id="62" name="Google Shape;62;p14">
            <a:extLst xmlns:a="http://schemas.openxmlformats.org/drawingml/2006/main">
              <a:ext uri="{FF2B5EF4-FFF2-40B4-BE49-F238E27FC236}">
                <a16:creationId xmlns:a16="http://schemas.microsoft.com/office/drawing/2014/main" id="{C7D8016B-6E9F-4303-A339-A6B94454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788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  <a:defRPr sz="863" b="0">
                <a:solidFill>
                  <a:srgbClr val="64735E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4735E"/>
                </a:solidFill>
                <a:latin typeface="Arial"/>
                <a:ea typeface="Arial"/>
                <a:cs typeface="Arial"/>
              </a:rPr>
              <a:t>RTX SPARK  /  EXECUTIVE REVIEW</a:t>
            </a:r>
            <a:endParaRPr sz="800">
              <a:solidFill>
                <a:srgbClr val="647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1265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5">
            <a:extLst xmlns:a="http://schemas.openxmlformats.org/drawingml/2006/main">
              <a:ext uri="{FF2B5EF4-FFF2-40B4-BE49-F238E27FC236}">
                <a16:creationId xmlns:a16="http://schemas.microsoft.com/office/drawing/2014/main" id="{5BFFA398-D32C-48F0-A55B-2E30CFC2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2571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  <a:defRPr sz="2850" b="1">
                <a:solidFill>
                  <a:srgbClr val="2442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421A"/>
                </a:solidFill>
                <a:latin typeface="Arial"/>
                <a:ea typeface="Arial"/>
                <a:cs typeface="Arial"/>
              </a:rPr>
              <a:t>Campaign readiness</a:t>
            </a:r>
            <a:endParaRPr sz="2800" b="1">
              <a:solidFill>
                <a:srgbClr val="172554"/>
              </a:solidFill>
            </a:endParaRPr>
          </a:p>
        </p:txBody>
      </p:sp>
      <p:sp>
        <p:nvSpPr>
          <p:cNvPr id="68" name="Google Shape;68;p15">
            <a:extLst xmlns:a="http://schemas.openxmlformats.org/drawingml/2006/main">
              <a:ext uri="{FF2B5EF4-FFF2-40B4-BE49-F238E27FC236}">
                <a16:creationId xmlns:a16="http://schemas.microsoft.com/office/drawing/2014/main" id="{77368569-461D-490C-82D2-2D58248C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62000"/>
            <a:ext cx="5048250" cy="3800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CLAIMS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Approved evidence is ready to incorporate.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DECK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The latest review pass defines the required edits.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700">
                <a:solidFill>
                  <a:srgbClr val="1F2937"/>
                </a:solidFill>
              </a:rPr>
              <a:t/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DECISIONS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Leadership needs to close the keynote storyline and GTC demo slate.</a:t>
            </a:r>
            <a:endParaRPr sz="1700">
              <a:solidFill>
                <a:srgbClr val="1F2937"/>
              </a:solidFill>
            </a:endParaRPr>
          </a:p>
        </p:txBody>
      </p:sp>
      <p:sp>
        <p:nvSp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3C21E058-9954-47C9-B1A0-057C91C6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788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  <a:defRPr sz="863" b="0">
                <a:solidFill>
                  <a:srgbClr val="64735E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4735E"/>
                </a:solidFill>
                <a:latin typeface="Arial"/>
                <a:ea typeface="Arial"/>
                <a:cs typeface="Arial"/>
              </a:rPr>
              <a:t>RTX SPARK  /  EXECUTIVE REVIEW</a:t>
            </a:r>
            <a:endParaRPr sz="800">
              <a:solidFill>
                <a:srgbClr val="647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241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16">
            <a:extLst xmlns:a="http://schemas.openxmlformats.org/drawingml/2006/main">
              <a:ext uri="{FF2B5EF4-FFF2-40B4-BE49-F238E27FC236}">
                <a16:creationId xmlns:a16="http://schemas.microsoft.com/office/drawing/2014/main" id="{D5368BFB-F898-4E15-9545-A3BE7014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  <a:defRPr sz="2700" b="1">
                <a:solidFill>
                  <a:srgbClr val="20281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281F"/>
                </a:solidFill>
                <a:latin typeface="Arial"/>
                <a:ea typeface="Arial"/>
                <a:cs typeface="Arial"/>
              </a:rPr>
              <a:t>Product specifications: update required</a:t>
            </a:r>
            <a:endParaRPr sz="2800" b="1">
              <a:solidFill>
                <a:srgbClr val="172554"/>
              </a:solidFill>
            </a:endParaRPr>
          </a:p>
        </p:txBody>
      </p:sp>
      <p:sp>
        <p:nvSpPr>
          <p:cNvPr id="75" name="Google Shape;75;p16">
            <a:extLst xmlns:a="http://schemas.openxmlformats.org/drawingml/2006/main">
              <a:ext uri="{FF2B5EF4-FFF2-40B4-BE49-F238E27FC236}">
                <a16:creationId xmlns:a16="http://schemas.microsoft.com/office/drawing/2014/main" id="{5E64A305-4626-47B6-97BD-F2395996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8867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Product specifications to go here. See Mike Chen's approved package.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700">
                <a:solidFill>
                  <a:srgbClr val="1F2937"/>
                </a:solidFill>
              </a:rPr>
              <a:t/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OWNER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Mike Chen / Marketing</a:t>
            </a:r>
            <a:endParaRPr sz="1700">
              <a:solidFill>
                <a:srgbClr val="1F2937"/>
              </a:solidFill>
            </a:endParaRPr>
          </a:p>
        </p:txBody>
      </p:sp>
      <p:sp>
        <p:nvSp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377F5BEF-099A-43E5-B150-F00308C3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788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  <a:defRPr sz="863" b="0">
                <a:solidFill>
                  <a:srgbClr val="64735E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4735E"/>
                </a:solidFill>
                <a:latin typeface="Arial"/>
                <a:ea typeface="Arial"/>
                <a:cs typeface="Arial"/>
              </a:rPr>
              <a:t>RTX SPARK  /  EXECUTIVE REVIEW</a:t>
            </a:r>
            <a:endParaRPr sz="800">
              <a:solidFill>
                <a:srgbClr val="647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4056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Google Shape;81;p17">
            <a:extLst xmlns:a="http://schemas.openxmlformats.org/drawingml/2006/main">
              <a:ext uri="{FF2B5EF4-FFF2-40B4-BE49-F238E27FC236}">
                <a16:creationId xmlns:a16="http://schemas.microsoft.com/office/drawing/2014/main" id="{4F6DB694-46D5-48DB-9BFA-02F85CBF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2571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  <a:defRPr sz="2850" b="1">
                <a:solidFill>
                  <a:srgbClr val="2442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421A"/>
                </a:solidFill>
                <a:latin typeface="Arial"/>
                <a:ea typeface="Arial"/>
                <a:cs typeface="Arial"/>
              </a:rPr>
              <a:t>One claim across every surface</a:t>
            </a:r>
            <a:endParaRPr sz="2800" b="1">
              <a:solidFill>
                <a:srgbClr val="172554"/>
              </a:solidFill>
            </a:endParaRPr>
          </a:p>
        </p:txBody>
      </p:sp>
      <p:sp>
        <p:nvSpPr>
          <p:cNvPr id="82" name="Google Shape;82;p17">
            <a:extLst xmlns:a="http://schemas.openxmlformats.org/drawingml/2006/main">
              <a:ext uri="{FF2B5EF4-FFF2-40B4-BE49-F238E27FC236}">
                <a16:creationId xmlns:a16="http://schemas.microsoft.com/office/drawing/2014/main" id="{DEAF48D7-F0A5-4A5A-AEF2-E49A2BC1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62000"/>
            <a:ext cx="5048250" cy="3800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GTC DECK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Agent Messaging • Campaign plan • Creative assets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DECISION GATE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Keep approved specification wording, including 'up to' and FP4, consistent.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CONTROL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Do not turn product specifications into measured workflow results.</a:t>
            </a:r>
            <a:endParaRPr sz="1700">
              <a:solidFill>
                <a:srgbClr val="1F2937"/>
              </a:solidFill>
            </a:endParaRPr>
          </a:p>
        </p:txBody>
      </p:sp>
      <p:sp>
        <p:nvSpPr>
          <p:cNvPr id="83" name="Google Shape;83;p17">
            <a:extLst xmlns:a="http://schemas.openxmlformats.org/drawingml/2006/main">
              <a:ext uri="{FF2B5EF4-FFF2-40B4-BE49-F238E27FC236}">
                <a16:creationId xmlns:a16="http://schemas.microsoft.com/office/drawing/2014/main" id="{4A63EC80-A32D-4C48-B16A-5D97A614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788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  <a:defRPr sz="863" b="0">
                <a:solidFill>
                  <a:srgbClr val="64735E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4735E"/>
                </a:solidFill>
                <a:latin typeface="Arial"/>
                <a:ea typeface="Arial"/>
                <a:cs typeface="Arial"/>
              </a:rPr>
              <a:t>RTX SPARK  /  EXECUTIVE REVIEW</a:t>
            </a:r>
            <a:endParaRPr sz="800">
              <a:solidFill>
                <a:srgbClr val="647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503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18">
            <a:extLst xmlns:a="http://schemas.openxmlformats.org/drawingml/2006/main">
              <a:ext uri="{FF2B5EF4-FFF2-40B4-BE49-F238E27FC236}">
                <a16:creationId xmlns:a16="http://schemas.microsoft.com/office/drawing/2014/main" id="{0189F752-CC9E-4B36-B0C0-41F3E92A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2571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  <a:defRPr sz="2850" b="1">
                <a:solidFill>
                  <a:srgbClr val="2442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421A"/>
                </a:solidFill>
                <a:latin typeface="Arial"/>
                <a:ea typeface="Arial"/>
                <a:cs typeface="Arial"/>
              </a:rPr>
              <a:t>Customer use example</a:t>
            </a:r>
            <a:endParaRPr sz="2800" b="1">
              <a:solidFill>
                <a:srgbClr val="172554"/>
              </a:solidFill>
            </a:endParaRPr>
          </a:p>
        </p:txBody>
      </p:sp>
      <p:sp>
        <p:nvSpPr>
          <p:cNvPr id="89" name="Google Shape;89;p18">
            <a:extLst xmlns:a="http://schemas.openxmlformats.org/drawingml/2006/main">
              <a:ext uri="{FF2B5EF4-FFF2-40B4-BE49-F238E27FC236}">
                <a16:creationId xmlns:a16="http://schemas.microsoft.com/office/drawing/2014/main" id="{1DB48599-54EE-499B-8DF7-B939B8B6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62000"/>
            <a:ext cx="5048250" cy="3800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SCENARIO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A retail associate compares two laptops using a local product catalog.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ASSISTANCE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The assistant summarizes the differences and drafts a customer follow-up.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CUSTOMER VALUE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The associate reviews the draft before sending. Customer details stay on the device.</a:t>
            </a:r>
            <a:endParaRPr sz="1700">
              <a:solidFill>
                <a:srgbClr val="1F2937"/>
              </a:solidFill>
            </a:endParaRPr>
          </a:p>
        </p:txBody>
      </p:sp>
      <p:sp>
        <p:nvSpPr>
          <p:cNvPr id="90" name="Google Shape;90;p18">
            <a:extLst xmlns:a="http://schemas.openxmlformats.org/drawingml/2006/main">
              <a:ext uri="{FF2B5EF4-FFF2-40B4-BE49-F238E27FC236}">
                <a16:creationId xmlns:a16="http://schemas.microsoft.com/office/drawing/2014/main" id="{01C755D0-07FF-45F9-9821-B6498E89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788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  <a:defRPr sz="863" b="0">
                <a:solidFill>
                  <a:srgbClr val="64735E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4735E"/>
                </a:solidFill>
                <a:latin typeface="Arial"/>
                <a:ea typeface="Arial"/>
                <a:cs typeface="Arial"/>
              </a:rPr>
              <a:t>RTX SPARK  /  EXECUTIVE REVIEW</a:t>
            </a:r>
            <a:endParaRPr sz="800">
              <a:solidFill>
                <a:srgbClr val="647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857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19">
            <a:extLst xmlns:a="http://schemas.openxmlformats.org/drawingml/2006/main">
              <a:ext uri="{FF2B5EF4-FFF2-40B4-BE49-F238E27FC236}">
                <a16:creationId xmlns:a16="http://schemas.microsoft.com/office/drawing/2014/main" id="{92EDC586-01C2-41D1-8FD3-BF8ABBF7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  <a:defRPr sz="2700" b="1">
                <a:solidFill>
                  <a:srgbClr val="20281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281F"/>
                </a:solidFill>
                <a:latin typeface="Arial"/>
                <a:ea typeface="Arial"/>
                <a:cs typeface="Arial"/>
              </a:rPr>
              <a:t>GTC demos — alignment needed</a:t>
            </a:r>
            <a:endParaRPr sz="2800" b="1">
              <a:solidFill>
                <a:srgbClr val="172554"/>
              </a:solidFill>
            </a:endParaRPr>
          </a:p>
        </p:txBody>
      </p:sp>
      <p:sp>
        <p:nvSpPr>
          <p:cNvPr id="96" name="Google Shape;96;p19">
            <a:extLst xmlns:a="http://schemas.openxmlformats.org/drawingml/2006/main">
              <a:ext uri="{FF2B5EF4-FFF2-40B4-BE49-F238E27FC236}">
                <a16:creationId xmlns:a16="http://schemas.microsoft.com/office/drawing/2014/main" id="{665C41F7-D7B0-49F4-93D7-05148145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8867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DECISION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Choose demos that show useful assistance with the user in control.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CUSTOMER EXAMPLE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Candidate use case still to be summarized for the review.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OPEN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Confirm the demo slate and owners. No selection is approved yet.</a:t>
            </a:r>
            <a:endParaRPr sz="1700">
              <a:solidFill>
                <a:srgbClr val="1F2937"/>
              </a:solidFill>
            </a:endParaRPr>
          </a:p>
        </p:txBody>
      </p:sp>
      <p:sp>
        <p:nvSpPr>
          <p:cNvPr id="97" name="Google Shape;97;p19">
            <a:extLst xmlns:a="http://schemas.openxmlformats.org/drawingml/2006/main">
              <a:ext uri="{FF2B5EF4-FFF2-40B4-BE49-F238E27FC236}">
                <a16:creationId xmlns:a16="http://schemas.microsoft.com/office/drawing/2014/main" id="{B8C661BD-579B-481F-88C5-53BD9758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788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  <a:defRPr sz="863" b="0">
                <a:solidFill>
                  <a:srgbClr val="64735E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4735E"/>
                </a:solidFill>
                <a:latin typeface="Arial"/>
                <a:ea typeface="Arial"/>
                <a:cs typeface="Arial"/>
              </a:rPr>
              <a:t>RTX SPARK  /  EXECUTIVE REVIEW</a:t>
            </a:r>
            <a:endParaRPr sz="800">
              <a:solidFill>
                <a:srgbClr val="647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8839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20">
            <a:extLst xmlns:a="http://schemas.openxmlformats.org/drawingml/2006/main">
              <a:ext uri="{FF2B5EF4-FFF2-40B4-BE49-F238E27FC236}">
                <a16:creationId xmlns:a16="http://schemas.microsoft.com/office/drawing/2014/main" id="{C156E780-7D2D-4EAF-82FE-039D02F3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2571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  <a:defRPr sz="2850" b="1">
                <a:solidFill>
                  <a:srgbClr val="2442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421A"/>
                </a:solidFill>
                <a:latin typeface="Arial"/>
                <a:ea typeface="Arial"/>
                <a:cs typeface="Arial"/>
              </a:rPr>
              <a:t>Execution dependencies</a:t>
            </a:r>
            <a:endParaRPr sz="2800" b="1">
              <a:solidFill>
                <a:srgbClr val="172554"/>
              </a:solidFill>
            </a:endParaRPr>
          </a:p>
        </p:txBody>
      </p:sp>
      <p:sp>
        <p:nvSpPr>
          <p:cNvPr id="103" name="Google Shape;103;p20">
            <a:extLst xmlns:a="http://schemas.openxmlformats.org/drawingml/2006/main">
              <a:ext uri="{FF2B5EF4-FFF2-40B4-BE49-F238E27FC236}">
                <a16:creationId xmlns:a16="http://schemas.microsoft.com/office/drawing/2014/main" id="{147B6E11-1E17-4CDB-91E4-A218BC30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62000"/>
            <a:ext cx="5048250" cy="3800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CLAIMS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Approval unlocks deck, messaging, and creative updates.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PRODUCTION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Venue and crew timing depend on a same-day decision.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PARTNERS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Commitments must map back to the approved keynote and demo decisions.</a:t>
            </a:r>
            <a:endParaRPr sz="1700">
              <a:solidFill>
                <a:srgbClr val="1F2937"/>
              </a:solidFill>
            </a:endParaRPr>
          </a:p>
        </p:txBody>
      </p:sp>
      <p:sp>
        <p:nvSpPr>
          <p:cNvPr id="104" name="Google Shape;104;p20">
            <a:extLst xmlns:a="http://schemas.openxmlformats.org/drawingml/2006/main">
              <a:ext uri="{FF2B5EF4-FFF2-40B4-BE49-F238E27FC236}">
                <a16:creationId xmlns:a16="http://schemas.microsoft.com/office/drawing/2014/main" id="{F949D484-1549-456B-B450-60AD9E98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788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  <a:defRPr sz="863" b="0">
                <a:solidFill>
                  <a:srgbClr val="64735E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4735E"/>
                </a:solidFill>
                <a:latin typeface="Arial"/>
                <a:ea typeface="Arial"/>
                <a:cs typeface="Arial"/>
              </a:rPr>
              <a:t>RTX SPARK  /  EXECUTIVE REVIEW</a:t>
            </a:r>
            <a:endParaRPr sz="800">
              <a:solidFill>
                <a:srgbClr val="647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4980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Google Shape;109;p21">
            <a:extLst xmlns:a="http://schemas.openxmlformats.org/drawingml/2006/main">
              <a:ext uri="{FF2B5EF4-FFF2-40B4-BE49-F238E27FC236}">
                <a16:creationId xmlns:a16="http://schemas.microsoft.com/office/drawing/2014/main" id="{FE8E484C-BB5C-46AD-90EE-0ADD0BFB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2571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  <a:defRPr sz="2850" b="1">
                <a:solidFill>
                  <a:srgbClr val="2442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421A"/>
                </a:solidFill>
                <a:latin typeface="Arial"/>
                <a:ea typeface="Arial"/>
                <a:cs typeface="Arial"/>
              </a:rPr>
              <a:t>Marketing shoot — decision required</a:t>
            </a:r>
            <a:endParaRPr sz="2800" b="1">
              <a:solidFill>
                <a:srgbClr val="172554"/>
              </a:solidFill>
            </a:endParaRPr>
          </a:p>
        </p:txBody>
      </p:sp>
      <p:sp>
        <p:nvSpPr>
          <p:cNvPr id="110" name="Google Shape;110;p21">
            <a:extLst xmlns:a="http://schemas.openxmlformats.org/drawingml/2006/main">
              <a:ext uri="{FF2B5EF4-FFF2-40B4-BE49-F238E27FC236}">
                <a16:creationId xmlns:a16="http://schemas.microsoft.com/office/drawing/2014/main" id="{1A0A89F7-B050-43A8-9C4F-DD5ABC8F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62000"/>
            <a:ext cx="5048250" cy="3800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BLOCKER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The planned venue is unavailable.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DECISION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Choose a replacement shoot date.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IMPACT</a:t>
            </a:r>
            <a:endParaRPr sz="17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  <a:buNone/>
              <a:defRPr sz="1702" b="0">
                <a:solidFill>
                  <a:srgbClr val="35432F"/>
                </a:solidFill>
                <a:latin typeface="Arial"/>
                <a:ea typeface="Arial"/>
                <a:cs typeface="Arial"/>
              </a:defRPr>
            </a:pPr>
            <a:r>
              <a:rPr sz="1702" b="0" u="none">
                <a:solidFill>
                  <a:srgbClr val="35432F"/>
                </a:solidFill>
                <a:latin typeface="Arial"/>
                <a:ea typeface="Arial"/>
                <a:cs typeface="Arial"/>
              </a:rPr>
              <a:t>Priya cannot rebook the venue or protect downstream crew holds until the date is set.</a:t>
            </a:r>
            <a:endParaRPr sz="1700">
              <a:solidFill>
                <a:srgbClr val="1F2937"/>
              </a:solidFill>
            </a:endParaRPr>
          </a:p>
        </p:txBody>
      </p:sp>
      <p:sp>
        <p:nvSpPr>
          <p:cNvPr id="111" name="Google Shape;111;p21">
            <a:extLst xmlns:a="http://schemas.openxmlformats.org/drawingml/2006/main">
              <a:ext uri="{FF2B5EF4-FFF2-40B4-BE49-F238E27FC236}">
                <a16:creationId xmlns:a16="http://schemas.microsoft.com/office/drawing/2014/main" id="{6C7AA606-6D8E-4406-B7F1-D40DF960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788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  <a:defRPr sz="863" b="0">
                <a:solidFill>
                  <a:srgbClr val="64735E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4735E"/>
                </a:solidFill>
                <a:latin typeface="Arial"/>
                <a:ea typeface="Arial"/>
                <a:cs typeface="Arial"/>
              </a:rPr>
              <a:t>RTX SPARK  /  EXECUTIVE REVIEW</a:t>
            </a:r>
            <a:endParaRPr sz="800">
              <a:solidFill>
                <a:srgbClr val="647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1697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p22">
            <a:extLst xmlns:a="http://schemas.openxmlformats.org/drawingml/2006/main">
              <a:ext uri="{FF2B5EF4-FFF2-40B4-BE49-F238E27FC236}">
                <a16:creationId xmlns:a16="http://schemas.microsoft.com/office/drawing/2014/main" id="{A72DF364-FB95-4D68-83B5-D2AA0A7E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  <a:defRPr sz="3000" b="1">
                <a:solidFill>
                  <a:srgbClr val="A7E34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7E34B"/>
                </a:solidFill>
                <a:latin typeface="Arial"/>
                <a:ea typeface="Arial"/>
                <a:cs typeface="Arial"/>
              </a:rPr>
              <a:t>Two decisions to leave with</a:t>
            </a:r>
            <a:endParaRPr sz="3000" b="1">
              <a:solidFill>
                <a:srgbClr val="A7E3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Google Shape;117;p22">
            <a:extLst xmlns:a="http://schemas.openxmlformats.org/drawingml/2006/main">
              <a:ext uri="{FF2B5EF4-FFF2-40B4-BE49-F238E27FC236}">
                <a16:creationId xmlns:a16="http://schemas.microsoft.com/office/drawing/2014/main" id="{CB7BCB78-F2C8-4A6A-839D-3A9AAF24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8867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F3F6EF"/>
                </a:solidFill>
                <a:latin typeface="Arial"/>
                <a:ea typeface="Arial"/>
                <a:cs typeface="Arial"/>
              </a:defRPr>
            </a:pPr>
            <a:r>
              <a:rPr sz="1800" b="0" u="none">
                <a:solidFill>
                  <a:srgbClr val="F3F6EF"/>
                </a:solidFill>
                <a:latin typeface="Arial"/>
                <a:ea typeface="Arial"/>
                <a:cs typeface="Arial"/>
              </a:rPr>
              <a:t>1  APPROVE THE PROPOSED KEYNOTE STORYLINE</a:t>
            </a:r>
            <a:endParaRPr sz="18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800" b="0">
                <a:solidFill>
                  <a:srgbClr val="F3F6EF"/>
                </a:solidFill>
                <a:latin typeface="Arial"/>
                <a:ea typeface="Arial"/>
                <a:cs typeface="Arial"/>
              </a:defRPr>
            </a:pPr>
            <a:r>
              <a:rPr sz="1800" b="0" u="none">
                <a:solidFill>
                  <a:srgbClr val="F3F6EF"/>
                </a:solidFill>
                <a:latin typeface="Arial"/>
                <a:ea typeface="Arial"/>
                <a:cs typeface="Arial"/>
              </a:rPr>
              <a:t>Lead with agents; use specifications as evidence.</a:t>
            </a:r>
            <a:endParaRPr sz="18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800" b="0">
                <a:solidFill>
                  <a:srgbClr val="F3F6EF"/>
                </a:solidFill>
                <a:latin typeface="Arial"/>
                <a:ea typeface="Arial"/>
                <a:cs typeface="Arial"/>
              </a:defRPr>
            </a:pPr>
            <a:r>
              <a:rPr sz="1800" b="0" u="none">
                <a:solidFill>
                  <a:srgbClr val="F3F6EF"/>
                </a:solidFill>
                <a:latin typeface="Arial"/>
                <a:ea typeface="Arial"/>
                <a:cs typeface="Arial"/>
              </a:rPr>
              <a:t>2  ALIGN ON THE DEMOS FOR GTC</a:t>
            </a:r>
            <a:endParaRPr sz="18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800" b="0">
                <a:solidFill>
                  <a:srgbClr val="F3F6EF"/>
                </a:solidFill>
                <a:latin typeface="Arial"/>
                <a:ea typeface="Arial"/>
                <a:cs typeface="Arial"/>
              </a:defRPr>
            </a:pPr>
            <a:r>
              <a:rPr sz="1800" b="0" u="none">
                <a:solidFill>
                  <a:srgbClr val="F3F6EF"/>
                </a:solidFill>
                <a:latin typeface="Arial"/>
                <a:ea typeface="Arial"/>
                <a:cs typeface="Arial"/>
              </a:rPr>
              <a:t>Confirm the slate and owners that prove the story.</a:t>
            </a:r>
            <a:endParaRPr sz="18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  <a:defRPr sz="1800" b="0">
                <a:solidFill>
                  <a:srgbClr val="F3F6EF"/>
                </a:solidFill>
                <a:latin typeface="Arial"/>
                <a:ea typeface="Arial"/>
                <a:cs typeface="Arial"/>
              </a:defRPr>
            </a:pPr>
            <a:r>
              <a:rPr sz="1800" b="0" u="none">
                <a:solidFill>
                  <a:srgbClr val="F3F6EF"/>
                </a:solidFill>
                <a:latin typeface="Arial"/>
                <a:ea typeface="Arial"/>
                <a:cs typeface="Arial"/>
              </a:rPr>
              <a:t>Working files</a:t>
            </a:r>
            <a:endParaRPr sz="1800">
              <a:solidFill>
                <a:srgbClr val="1F2937"/>
              </a:solidFill>
            </a:endParaRPr>
          </a:p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400"/>
              </a:spcBef>
              <a:spcAft>
                <a:spcPts val="400"/>
              </a:spcAft>
              <a:buNone/>
              <a:defRPr sz="1800" b="0">
                <a:solidFill>
                  <a:srgbClr val="F3F6EF"/>
                </a:solidFill>
                <a:latin typeface="Arial"/>
                <a:ea typeface="Arial"/>
                <a:cs typeface="Arial"/>
              </a:defRPr>
            </a:pPr>
            <a:r>
              <a:rPr sz="1800" b="0" u="none">
                <a:solidFill>
                  <a:srgbClr val="F3F6EF"/>
                </a:solidFill>
                <a:latin typeface="Arial"/>
                <a:ea typeface="Arial"/>
                <a:cs typeface="Arial"/>
              </a:rPr>
              <a:t>Campaign tracker • Campaign plan</a:t>
            </a:r>
            <a:endParaRPr sz="1800" b="0" u="none">
              <a:solidFill>
                <a:srgbClr val="F3F6E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Google Shape;118;p22">
            <a:extLst xmlns:a="http://schemas.openxmlformats.org/drawingml/2006/main">
              <a:ext uri="{FF2B5EF4-FFF2-40B4-BE49-F238E27FC236}">
                <a16:creationId xmlns:a16="http://schemas.microsoft.com/office/drawing/2014/main" id="{FE0B77D1-75D7-49CA-BB96-FC4D6C79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788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  <a:defRPr sz="863" b="0">
                <a:solidFill>
                  <a:srgbClr val="B5C2AE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B5C2AE"/>
                </a:solidFill>
                <a:latin typeface="Arial"/>
                <a:ea typeface="Arial"/>
                <a:cs typeface="Arial"/>
              </a:rPr>
              <a:t>RTX SPARK  /  EXECUTIVE REVIEW</a:t>
            </a:r>
            <a:endParaRPr sz="800">
              <a:solidFill>
                <a:srgbClr val="6474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919224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2026-09-16T05:56:55.6600000Z</dcterms:created>
  <dcterms:modified xsi:type="dcterms:W3CDTF">2026-09-16T05:56:55.6600000Z</dcterms:modified>
</coreProperties>
</file>