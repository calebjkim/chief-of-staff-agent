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04bc21fa3f34005" /><Relationship Type="http://schemas.openxmlformats.org/officeDocument/2006/relationships/extended-properties" Target="/docProps/app.xml" Id="Rd82fbae72d0a4f6c" /><Relationship Type="http://schemas.openxmlformats.org/officeDocument/2006/relationships/officeDocument" Target="/ppt/presentation.xml" Id="Rc299f39eff2b41c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c9acd178e0b48fb"/>
  </p:sldMasterIdLst>
  <p:notesMasterIdLst>
    <p:notesMasterId xmlns:r="http://schemas.openxmlformats.org/officeDocument/2006/relationships" r:id="Rb748eebfcaba48fb"/>
  </p:notesMasterIdLst>
  <p:sldIdLst>
    <p:sldId xmlns:r="http://schemas.openxmlformats.org/officeDocument/2006/relationships" id="256" r:id="Rab4c320da51e40a7"/>
    <p:sldId xmlns:r="http://schemas.openxmlformats.org/officeDocument/2006/relationships" id="257" r:id="Rbc562eb828a648d8"/>
    <p:sldId xmlns:r="http://schemas.openxmlformats.org/officeDocument/2006/relationships" id="258" r:id="R2c6a21780869411e"/>
    <p:sldId xmlns:r="http://schemas.openxmlformats.org/officeDocument/2006/relationships" id="259" r:id="R7a74c6a0117b41c3"/>
    <p:sldId xmlns:r="http://schemas.openxmlformats.org/officeDocument/2006/relationships" id="260" r:id="R9c51a161150f410d"/>
    <p:sldId xmlns:r="http://schemas.openxmlformats.org/officeDocument/2006/relationships" id="261" r:id="R417f788f7a094f68"/>
    <p:sldId xmlns:r="http://schemas.openxmlformats.org/officeDocument/2006/relationships" id="262" r:id="Ra113634c7ef24e48"/>
    <p:sldId xmlns:r="http://schemas.openxmlformats.org/officeDocument/2006/relationships" id="263" r:id="R3da7b3c6ca05478a"/>
    <p:sldId xmlns:r="http://schemas.openxmlformats.org/officeDocument/2006/relationships" id="264" r:id="R3206e6f7427e4110"/>
    <p:sldId xmlns:r="http://schemas.openxmlformats.org/officeDocument/2006/relationships" id="265" r:id="R1b6e09d9bc0442e4"/>
  </p:sldIdLst>
  <p:sldSz cx="9144000" cy="5143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071c250fd834336" /><Relationship Type="http://schemas.openxmlformats.org/officeDocument/2006/relationships/slideMaster" Target="/ppt/slideMasters/slideMaster1.xml" Id="R7c9acd178e0b48fb" /><Relationship Type="http://schemas.openxmlformats.org/officeDocument/2006/relationships/notesMaster" Target="/ppt/notesMasters/notesMaster1.xml" Id="Rb748eebfcaba48fb" /><Relationship Type="http://schemas.openxmlformats.org/officeDocument/2006/relationships/presProps" Target="/ppt/presProps.xml" Id="R2ea73e3e8637416f" /><Relationship Type="http://schemas.openxmlformats.org/officeDocument/2006/relationships/viewProps" Target="/ppt/viewProps.xml" Id="Rdf99eb0d6b8f43d3" /><Relationship Type="http://schemas.openxmlformats.org/officeDocument/2006/relationships/tableStyles" Target="/ppt/tableStyles.xml" Id="R710746bc667f4f2a" /><Relationship Type="http://schemas.openxmlformats.org/officeDocument/2006/relationships/slide" Target="/ppt/slides/slide1.xml" Id="Rab4c320da51e40a7" /><Relationship Type="http://schemas.openxmlformats.org/officeDocument/2006/relationships/slide" Target="/ppt/slides/slide2.xml" Id="Rbc562eb828a648d8" /><Relationship Type="http://schemas.openxmlformats.org/officeDocument/2006/relationships/slide" Target="/ppt/slides/slide3.xml" Id="R2c6a21780869411e" /><Relationship Type="http://schemas.openxmlformats.org/officeDocument/2006/relationships/slide" Target="/ppt/slides/slide4.xml" Id="R7a74c6a0117b41c3" /><Relationship Type="http://schemas.openxmlformats.org/officeDocument/2006/relationships/slide" Target="/ppt/slides/slide5.xml" Id="R9c51a161150f410d" /><Relationship Type="http://schemas.openxmlformats.org/officeDocument/2006/relationships/slide" Target="/ppt/slides/slide6.xml" Id="R417f788f7a094f68" /><Relationship Type="http://schemas.openxmlformats.org/officeDocument/2006/relationships/slide" Target="/ppt/slides/slide7.xml" Id="Ra113634c7ef24e48" /><Relationship Type="http://schemas.openxmlformats.org/officeDocument/2006/relationships/slide" Target="/ppt/slides/slide8.xml" Id="R3da7b3c6ca05478a" /><Relationship Type="http://schemas.openxmlformats.org/officeDocument/2006/relationships/slide" Target="/ppt/slides/slide9.xml" Id="R3206e6f7427e4110" /><Relationship Type="http://schemas.openxmlformats.org/officeDocument/2006/relationships/slide" Target="/ppt/slides/slide10.xml" Id="R1b6e09d9bc0442e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292253e1b3e454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3977f591c1c4704" /><Relationship Type="http://schemas.openxmlformats.org/officeDocument/2006/relationships/notesMaster" Target="/ppt/notesMasters/notesMaster1.xml" Id="Rf4bdadf9ba174dc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aebc97751494d25" /><Relationship Type="http://schemas.openxmlformats.org/officeDocument/2006/relationships/notesMaster" Target="/ppt/notesMasters/notesMaster1.xml" Id="R78bdb42581c7456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ac316b0d53d44f6" /><Relationship Type="http://schemas.openxmlformats.org/officeDocument/2006/relationships/notesMaster" Target="/ppt/notesMasters/notesMaster1.xml" Id="R0ae591ed7f72494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7541051632b4a8e" /><Relationship Type="http://schemas.openxmlformats.org/officeDocument/2006/relationships/notesMaster" Target="/ppt/notesMasters/notesMaster1.xml" Id="R318add0448ef495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541417ebf5b44c0" /><Relationship Type="http://schemas.openxmlformats.org/officeDocument/2006/relationships/notesMaster" Target="/ppt/notesMasters/notesMaster1.xml" Id="R4faa76ef224d466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c13a6862ac7452e" /><Relationship Type="http://schemas.openxmlformats.org/officeDocument/2006/relationships/notesMaster" Target="/ppt/notesMasters/notesMaster1.xml" Id="R7372202453ce47b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412adb1866c4ceb" /><Relationship Type="http://schemas.openxmlformats.org/officeDocument/2006/relationships/notesMaster" Target="/ppt/notesMasters/notesMaster1.xml" Id="R64e73c4cb1dd452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8eed66163e14ba9" /><Relationship Type="http://schemas.openxmlformats.org/officeDocument/2006/relationships/notesMaster" Target="/ppt/notesMasters/notesMaster1.xml" Id="Rf1d10c9d9db3478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51a391d0c8041d4" /><Relationship Type="http://schemas.openxmlformats.org/officeDocument/2006/relationships/notesMaster" Target="/ppt/notesMasters/notesMaster1.xml" Id="R7a49fedd3713449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c5d8ac9983447b4" /><Relationship Type="http://schemas.openxmlformats.org/officeDocument/2006/relationships/notesMaster" Target="/ppt/notesMasters/notesMaster1.xml" Id="R54cbbc39a7e0405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556b66bb53741a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f35c73a7a654d0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a439b3952149b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1c8c9fc0303438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365ec3ae36f463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eeaf46bd0cc4bf9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c94dbcebaf4562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241e9c4774546a4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e3f2d8717104112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8bf360195304cd2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5265d444e104120" /></Relationships>
</file>

<file path=ppt/slideLayouts/slideLayout1.xml><?xml version="1.0" encoding="utf-8"?>
<p:sldLayout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Google Shape;10;p2">
            <a:extLst xmlns:a="http://schemas.openxmlformats.org/drawingml/2006/main">
              <a:ext uri="{FF2B5EF4-FFF2-40B4-BE49-F238E27FC236}">
                <a16:creationId xmlns:a16="http://schemas.microsoft.com/office/drawing/2014/main" id="{988EFD37-2162-45E1-87C9-3FFC7EF7EFB1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11708" y="744575"/>
            <a:ext cx="8520600" cy="205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 xmlns:a="http://schemas.openxmlformats.org/drawingml/2006/main"/>
        </p:txBody>
      </p:sp>
      <p:sp>
        <p:nvSpPr>
          <p:cNvPr id="11" name="Google Shape;11;p2">
            <a:extLst xmlns:a="http://schemas.openxmlformats.org/drawingml/2006/main">
              <a:ext uri="{FF2B5EF4-FFF2-40B4-BE49-F238E27FC236}">
                <a16:creationId xmlns:a16="http://schemas.microsoft.com/office/drawing/2014/main" id="{B37397CB-A11A-46AC-B35D-39B1E041610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11700" y="2834125"/>
            <a:ext cx="8520600" cy="79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 xmlns:a="http://schemas.openxmlformats.org/drawingml/2006/main"/>
        </p:txBody>
      </p:sp>
      <p:sp>
        <p:nvSpPr>
          <p:cNvPr id="12" name="Google Shape;12;p2">
            <a:extLst xmlns:a="http://schemas.openxmlformats.org/drawingml/2006/main">
              <a:ext uri="{FF2B5EF4-FFF2-40B4-BE49-F238E27FC236}">
                <a16:creationId xmlns:a16="http://schemas.microsoft.com/office/drawing/2014/main" id="{3EECE39E-CA1D-462D-A92A-6FB3E057B6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Google Shape;14;p3">
            <a:extLst xmlns:a="http://schemas.openxmlformats.org/drawingml/2006/main">
              <a:ext uri="{FF2B5EF4-FFF2-40B4-BE49-F238E27FC236}">
                <a16:creationId xmlns:a16="http://schemas.microsoft.com/office/drawing/2014/main" id="{9F52AB6C-F060-425A-8FDC-634DD9E23A4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2150850"/>
            <a:ext cx="8520600" cy="84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 xmlns:a="http://schemas.openxmlformats.org/drawingml/2006/main"/>
        </p:txBody>
      </p:sp>
      <p:sp>
        <p:nvSpPr>
          <p:cNvPr id="15" name="Google Shape;15;p3">
            <a:extLst xmlns:a="http://schemas.openxmlformats.org/drawingml/2006/main">
              <a:ext uri="{FF2B5EF4-FFF2-40B4-BE49-F238E27FC236}">
                <a16:creationId xmlns:a16="http://schemas.microsoft.com/office/drawing/2014/main" id="{0FBE6EC2-3DD7-47B2-B64A-BB764ADFD78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Google Shape;17;p4">
            <a:extLst xmlns:a="http://schemas.openxmlformats.org/drawingml/2006/main">
              <a:ext uri="{FF2B5EF4-FFF2-40B4-BE49-F238E27FC236}">
                <a16:creationId xmlns:a16="http://schemas.microsoft.com/office/drawing/2014/main" id="{FF8B0036-989D-46ED-98BB-86E378D402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18" name="Google Shape;18;p4">
            <a:extLst xmlns:a="http://schemas.openxmlformats.org/drawingml/2006/main">
              <a:ext uri="{FF2B5EF4-FFF2-40B4-BE49-F238E27FC236}">
                <a16:creationId xmlns:a16="http://schemas.microsoft.com/office/drawing/2014/main" id="{54702CBD-AD3A-48F6-9A32-B5653E5D9C2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19" name="Google Shape;19;p4">
            <a:extLst xmlns:a="http://schemas.openxmlformats.org/drawingml/2006/main">
              <a:ext uri="{FF2B5EF4-FFF2-40B4-BE49-F238E27FC236}">
                <a16:creationId xmlns:a16="http://schemas.microsoft.com/office/drawing/2014/main" id="{935100C5-F00F-4107-8231-A1070917A3D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matchingName="Title and two columns">
  <p:cSld name="TITLE_AND_TWO_COLUMN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Google Shape;21;p5">
            <a:extLst xmlns:a="http://schemas.openxmlformats.org/drawingml/2006/main">
              <a:ext uri="{FF2B5EF4-FFF2-40B4-BE49-F238E27FC236}">
                <a16:creationId xmlns:a16="http://schemas.microsoft.com/office/drawing/2014/main" id="{97882DBF-E8E1-4CE3-BC02-DC0D5A6E658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22" name="Google Shape;22;p5">
            <a:extLst xmlns:a="http://schemas.openxmlformats.org/drawingml/2006/main">
              <a:ext uri="{FF2B5EF4-FFF2-40B4-BE49-F238E27FC236}">
                <a16:creationId xmlns:a16="http://schemas.microsoft.com/office/drawing/2014/main" id="{22230D41-1F0D-4A03-B204-6ED11A13C2B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39999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23" name="Google Shape;23;p5">
            <a:extLst xmlns:a="http://schemas.openxmlformats.org/drawingml/2006/main">
              <a:ext uri="{FF2B5EF4-FFF2-40B4-BE49-F238E27FC236}">
                <a16:creationId xmlns:a16="http://schemas.microsoft.com/office/drawing/2014/main" id="{0FF8DB20-9F3A-40CF-BD94-917542AE9FA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832400" y="1152475"/>
            <a:ext cx="39999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24" name="Google Shape;24;p5">
            <a:extLst xmlns:a="http://schemas.openxmlformats.org/drawingml/2006/main">
              <a:ext uri="{FF2B5EF4-FFF2-40B4-BE49-F238E27FC236}">
                <a16:creationId xmlns:a16="http://schemas.microsoft.com/office/drawing/2014/main" id="{D4E5380C-82EE-4449-8115-E1662CB237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Google Shape;26;p6">
            <a:extLst xmlns:a="http://schemas.openxmlformats.org/drawingml/2006/main">
              <a:ext uri="{FF2B5EF4-FFF2-40B4-BE49-F238E27FC236}">
                <a16:creationId xmlns:a16="http://schemas.microsoft.com/office/drawing/2014/main" id="{9198FBDD-B892-46B2-B1FE-9E054592A57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27" name="Google Shape;27;p6">
            <a:extLst xmlns:a="http://schemas.openxmlformats.org/drawingml/2006/main">
              <a:ext uri="{FF2B5EF4-FFF2-40B4-BE49-F238E27FC236}">
                <a16:creationId xmlns:a16="http://schemas.microsoft.com/office/drawing/2014/main" id="{49B91906-E0F7-421A-80B0-4FD64C18155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Google Shape;29;p7">
            <a:extLst xmlns:a="http://schemas.openxmlformats.org/drawingml/2006/main">
              <a:ext uri="{FF2B5EF4-FFF2-40B4-BE49-F238E27FC236}">
                <a16:creationId xmlns:a16="http://schemas.microsoft.com/office/drawing/2014/main" id="{346658F7-AF08-4E31-8873-4A4D3D4FB5D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555600"/>
            <a:ext cx="2808000" cy="75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 xmlns:a="http://schemas.openxmlformats.org/drawingml/2006/main"/>
        </p:txBody>
      </p:sp>
      <p:sp>
        <p:nvSpPr>
          <p:cNvPr id="30" name="Google Shape;30;p7">
            <a:extLst xmlns:a="http://schemas.openxmlformats.org/drawingml/2006/main">
              <a:ext uri="{FF2B5EF4-FFF2-40B4-BE49-F238E27FC236}">
                <a16:creationId xmlns:a16="http://schemas.microsoft.com/office/drawing/2014/main" id="{FBE657EB-E1DA-483D-9AB9-154D6479BA6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389600"/>
            <a:ext cx="2808000" cy="3179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31" name="Google Shape;31;p7">
            <a:extLst xmlns:a="http://schemas.openxmlformats.org/drawingml/2006/main">
              <a:ext uri="{FF2B5EF4-FFF2-40B4-BE49-F238E27FC236}">
                <a16:creationId xmlns:a16="http://schemas.microsoft.com/office/drawing/2014/main" id="{E80CE2AB-190E-4DDC-BD36-81C66EC0B46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matchingName="Main point">
  <p:cSld name="MAIN_POI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Google Shape;33;p8">
            <a:extLst xmlns:a="http://schemas.openxmlformats.org/drawingml/2006/main">
              <a:ext uri="{FF2B5EF4-FFF2-40B4-BE49-F238E27FC236}">
                <a16:creationId xmlns:a16="http://schemas.microsoft.com/office/drawing/2014/main" id="{EF09CE70-410A-4633-872D-F21AF45D40A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90250" y="450150"/>
            <a:ext cx="6367800" cy="409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 xmlns:a="http://schemas.openxmlformats.org/drawingml/2006/main"/>
        </p:txBody>
      </p:sp>
      <p:sp>
        <p:nvSpPr>
          <p:cNvPr id="34" name="Google Shape;34;p8">
            <a:extLst xmlns:a="http://schemas.openxmlformats.org/drawingml/2006/main">
              <a:ext uri="{FF2B5EF4-FFF2-40B4-BE49-F238E27FC236}">
                <a16:creationId xmlns:a16="http://schemas.microsoft.com/office/drawing/2014/main" id="{07EB73A8-314D-49A4-9D21-2EFFEE4B93F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Google Shape;36;p9">
            <a:extLst xmlns:a="http://schemas.openxmlformats.org/drawingml/2006/main">
              <a:ext uri="{FF2B5EF4-FFF2-40B4-BE49-F238E27FC236}">
                <a16:creationId xmlns:a16="http://schemas.microsoft.com/office/drawing/2014/main" id="{46CF2BC4-267B-4992-A2CB-4CDCF3665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-125"/>
            <a:ext cx="4572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>
            <a:extLst xmlns:a="http://schemas.openxmlformats.org/drawingml/2006/main">
              <a:ext uri="{FF2B5EF4-FFF2-40B4-BE49-F238E27FC236}">
                <a16:creationId xmlns:a16="http://schemas.microsoft.com/office/drawing/2014/main" id="{15CC12F6-8B2D-4DAF-ADE3-A224774C419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65500" y="1233175"/>
            <a:ext cx="4045200" cy="1482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 xmlns:a="http://schemas.openxmlformats.org/drawingml/2006/main"/>
        </p:txBody>
      </p:sp>
      <p:sp>
        <p:nvSpPr>
          <p:cNvPr id="38" name="Google Shape;38;p9">
            <a:extLst xmlns:a="http://schemas.openxmlformats.org/drawingml/2006/main">
              <a:ext uri="{FF2B5EF4-FFF2-40B4-BE49-F238E27FC236}">
                <a16:creationId xmlns:a16="http://schemas.microsoft.com/office/drawing/2014/main" id="{F7396DC4-0314-453A-B581-DE951F93244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65500" y="2803075"/>
            <a:ext cx="4045200" cy="123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 xmlns:a="http://schemas.openxmlformats.org/drawingml/2006/main"/>
        </p:txBody>
      </p:sp>
      <p:sp>
        <p:nvSpPr>
          <p:cNvPr id="39" name="Google Shape;39;p9">
            <a:extLst xmlns:a="http://schemas.openxmlformats.org/drawingml/2006/main">
              <a:ext uri="{FF2B5EF4-FFF2-40B4-BE49-F238E27FC236}">
                <a16:creationId xmlns:a16="http://schemas.microsoft.com/office/drawing/2014/main" id="{D9A49940-5A21-4987-9EAB-9D1B22BC564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939500" y="724075"/>
            <a:ext cx="3837000" cy="369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40" name="Google Shape;40;p9">
            <a:extLst xmlns:a="http://schemas.openxmlformats.org/drawingml/2006/main">
              <a:ext uri="{FF2B5EF4-FFF2-40B4-BE49-F238E27FC236}">
                <a16:creationId xmlns:a16="http://schemas.microsoft.com/office/drawing/2014/main" id="{3B4767B9-B222-4F96-833B-4C39A2C53D8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matchingName="Caption">
  <p:cSld name="CAPTION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Google Shape;42;p10">
            <a:extLst xmlns:a="http://schemas.openxmlformats.org/drawingml/2006/main">
              <a:ext uri="{FF2B5EF4-FFF2-40B4-BE49-F238E27FC236}">
                <a16:creationId xmlns:a16="http://schemas.microsoft.com/office/drawing/2014/main" id="{1729BA23-617C-493F-97E2-C35760F6444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4230575"/>
            <a:ext cx="5998800" cy="60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 xmlns:a="http://schemas.openxmlformats.org/drawingml/2006/main"/>
        </p:txBody>
      </p:sp>
      <p:sp>
        <p:nvSpPr>
          <p:cNvPr id="43" name="Google Shape;43;p10">
            <a:extLst xmlns:a="http://schemas.openxmlformats.org/drawingml/2006/main">
              <a:ext uri="{FF2B5EF4-FFF2-40B4-BE49-F238E27FC236}">
                <a16:creationId xmlns:a16="http://schemas.microsoft.com/office/drawing/2014/main" id="{65543D1C-02D5-4DCA-9AA8-AA3EAEAC96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Big number">
  <p:cSld name="BIG_NUMB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Google Shape;45;p11">
            <a:extLst xmlns:a="http://schemas.openxmlformats.org/drawingml/2006/main">
              <a:ext uri="{FF2B5EF4-FFF2-40B4-BE49-F238E27FC236}">
                <a16:creationId xmlns:a16="http://schemas.microsoft.com/office/drawing/2014/main" id="{DE61683F-85D5-411F-ADE2-A85BCCF10C09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700" y="1106125"/>
            <a:ext cx="8520600" cy="196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46" name="Google Shape;46;p11">
            <a:extLst xmlns:a="http://schemas.openxmlformats.org/drawingml/2006/main">
              <a:ext uri="{FF2B5EF4-FFF2-40B4-BE49-F238E27FC236}">
                <a16:creationId xmlns:a16="http://schemas.microsoft.com/office/drawing/2014/main" id="{7F866FC5-2F18-4E90-8441-BD624267348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3152225"/>
            <a:ext cx="8520600" cy="130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47" name="Google Shape;47;p11">
            <a:extLst xmlns:a="http://schemas.openxmlformats.org/drawingml/2006/main">
              <a:ext uri="{FF2B5EF4-FFF2-40B4-BE49-F238E27FC236}">
                <a16:creationId xmlns:a16="http://schemas.microsoft.com/office/drawing/2014/main" id="{A950AC33-99D6-4E03-AB8B-F4A8D50017D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Google Shape;49;p12">
            <a:extLst xmlns:a="http://schemas.openxmlformats.org/drawingml/2006/main">
              <a:ext uri="{FF2B5EF4-FFF2-40B4-BE49-F238E27FC236}">
                <a16:creationId xmlns:a16="http://schemas.microsoft.com/office/drawing/2014/main" id="{1671D826-B707-4FD4-96A1-0281B9C698B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c8606b70c514158" /><Relationship Type="http://schemas.openxmlformats.org/officeDocument/2006/relationships/slideLayout" Target="/ppt/slideLayouts/slideLayout1.xml" Id="Rf528cc52fd6b4209" /><Relationship Type="http://schemas.openxmlformats.org/officeDocument/2006/relationships/slideLayout" Target="/ppt/slideLayouts/slideLayout2.xml" Id="Raa2d88de73414faf" /><Relationship Type="http://schemas.openxmlformats.org/officeDocument/2006/relationships/slideLayout" Target="/ppt/slideLayouts/slideLayout3.xml" Id="Rb7aa8d71d0924f8f" /><Relationship Type="http://schemas.openxmlformats.org/officeDocument/2006/relationships/slideLayout" Target="/ppt/slideLayouts/slideLayout4.xml" Id="Re0a7b73977a448f3" /><Relationship Type="http://schemas.openxmlformats.org/officeDocument/2006/relationships/slideLayout" Target="/ppt/slideLayouts/slideLayout5.xml" Id="R8b5fb6d012554bdd" /><Relationship Type="http://schemas.openxmlformats.org/officeDocument/2006/relationships/slideLayout" Target="/ppt/slideLayouts/slideLayout6.xml" Id="R226436a7b2284c7a" /><Relationship Type="http://schemas.openxmlformats.org/officeDocument/2006/relationships/slideLayout" Target="/ppt/slideLayouts/slideLayout7.xml" Id="Rd8e9d20dfc284661" /><Relationship Type="http://schemas.openxmlformats.org/officeDocument/2006/relationships/slideLayout" Target="/ppt/slideLayouts/slideLayout8.xml" Id="R9096f9a87535444e" /><Relationship Type="http://schemas.openxmlformats.org/officeDocument/2006/relationships/slideLayout" Target="/ppt/slideLayouts/slideLayout9.xml" Id="Rc111dfe2c22849ce" /><Relationship Type="http://schemas.openxmlformats.org/officeDocument/2006/relationships/slideLayout" Target="/ppt/slideLayouts/slideLayout10.xml" Id="R524c960f928a4a54" /><Relationship Type="http://schemas.openxmlformats.org/officeDocument/2006/relationships/slideLayout" Target="/ppt/slideLayouts/slideLayout11.xml" Id="Rc7cbd153f3824066" /></Relationships>
</file>

<file path=ppt/slideMasters/slideMaster1.xml><?xml version="1.0" encoding="utf-8"?>
<p:sldMaster xmlns:p="http://schemas.openxmlformats.org/presentationml/2006/main">
  <p:cSld name="simple-light-2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 Shape;6;p1">
            <a:extLst xmlns:a="http://schemas.openxmlformats.org/drawingml/2006/main">
              <a:ext uri="{FF2B5EF4-FFF2-40B4-BE49-F238E27FC236}">
                <a16:creationId xmlns:a16="http://schemas.microsoft.com/office/drawing/2014/main" id="{59885595-8455-41D4-85EA-82E7FACD9F5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7" name="Google Shape;7;p1">
            <a:extLst xmlns:a="http://schemas.openxmlformats.org/drawingml/2006/main">
              <a:ext uri="{FF2B5EF4-FFF2-40B4-BE49-F238E27FC236}">
                <a16:creationId xmlns:a16="http://schemas.microsoft.com/office/drawing/2014/main" id="{B186280C-3619-4E0A-B733-6E1A99B861D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8" name="Google Shape;8;p1">
            <a:extLst xmlns:a="http://schemas.openxmlformats.org/drawingml/2006/main">
              <a:ext uri="{FF2B5EF4-FFF2-40B4-BE49-F238E27FC236}">
                <a16:creationId xmlns:a16="http://schemas.microsoft.com/office/drawing/2014/main" id="{31970000-5F69-4BEA-8EDA-473D96C651A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r">
              <a:buNone/>
              <a:defRPr sz="1000">
                <a:solidFill>
                  <a:schemeClr val="dk2"/>
                </a:solidFill>
              </a:defRPr>
            </a:lvl1pPr>
            <a:lvl2pPr algn="r">
              <a:buNone/>
              <a:defRPr sz="1000">
                <a:solidFill>
                  <a:schemeClr val="dk2"/>
                </a:solidFill>
              </a:defRPr>
            </a:lvl2pPr>
            <a:lvl3pPr algn="r">
              <a:buNone/>
              <a:defRPr sz="1000">
                <a:solidFill>
                  <a:schemeClr val="dk2"/>
                </a:solidFill>
              </a:defRPr>
            </a:lvl3pPr>
            <a:lvl4pPr algn="r">
              <a:buNone/>
              <a:defRPr sz="1000">
                <a:solidFill>
                  <a:schemeClr val="dk2"/>
                </a:solidFill>
              </a:defRPr>
            </a:lvl4pPr>
            <a:lvl5pPr algn="r">
              <a:buNone/>
              <a:defRPr sz="1000">
                <a:solidFill>
                  <a:schemeClr val="dk2"/>
                </a:solidFill>
              </a:defRPr>
            </a:lvl5pPr>
            <a:lvl6pPr algn="r">
              <a:buNone/>
              <a:defRPr sz="1000">
                <a:solidFill>
                  <a:schemeClr val="dk2"/>
                </a:solidFill>
              </a:defRPr>
            </a:lvl6pPr>
            <a:lvl7pPr algn="r">
              <a:buNone/>
              <a:defRPr sz="1000">
                <a:solidFill>
                  <a:schemeClr val="dk2"/>
                </a:solidFill>
              </a:defRPr>
            </a:lvl7pPr>
            <a:lvl8pPr algn="r">
              <a:buNone/>
              <a:defRPr sz="1000">
                <a:solidFill>
                  <a:schemeClr val="dk2"/>
                </a:solidFill>
              </a:defRPr>
            </a:lvl8pPr>
            <a:lvl9pPr algn="r">
              <a:buNone/>
              <a:defRPr sz="1000">
                <a:solidFill>
                  <a:schemeClr val="dk2"/>
                </a:solidFill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528cc52fd6b4209"/>
    <p:sldLayoutId xmlns:r="http://schemas.openxmlformats.org/officeDocument/2006/relationships" id="2147483650" r:id="Raa2d88de73414faf"/>
    <p:sldLayoutId xmlns:r="http://schemas.openxmlformats.org/officeDocument/2006/relationships" id="2147483651" r:id="Rb7aa8d71d0924f8f"/>
    <p:sldLayoutId xmlns:r="http://schemas.openxmlformats.org/officeDocument/2006/relationships" id="2147483652" r:id="Re0a7b73977a448f3"/>
    <p:sldLayoutId xmlns:r="http://schemas.openxmlformats.org/officeDocument/2006/relationships" id="2147483653" r:id="R8b5fb6d012554bdd"/>
    <p:sldLayoutId xmlns:r="http://schemas.openxmlformats.org/officeDocument/2006/relationships" id="2147483654" r:id="R226436a7b2284c7a"/>
    <p:sldLayoutId xmlns:r="http://schemas.openxmlformats.org/officeDocument/2006/relationships" id="2147483655" r:id="Rd8e9d20dfc284661"/>
    <p:sldLayoutId xmlns:r="http://schemas.openxmlformats.org/officeDocument/2006/relationships" id="2147483656" r:id="R9096f9a87535444e"/>
    <p:sldLayoutId xmlns:r="http://schemas.openxmlformats.org/officeDocument/2006/relationships" id="2147483657" r:id="Rc111dfe2c22849ce"/>
    <p:sldLayoutId xmlns:r="http://schemas.openxmlformats.org/officeDocument/2006/relationships" id="2147483658" r:id="R524c960f928a4a54"/>
    <p:sldLayoutId xmlns:r="http://schemas.openxmlformats.org/officeDocument/2006/relationships" id="2147483659" r:id="Rc7cbd153f3824066"/>
  </p:sldLayoutIdLst>
  <p:hf sldNum="0"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9f862d59317c4c25" /><Relationship Type="http://schemas.openxmlformats.org/officeDocument/2006/relationships/notesSlide" Target="/ppt/notesSlides/notesSlide1.xml" Id="R74c8f4a6aa49446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da05c3b318024c6d" /><Relationship Type="http://schemas.openxmlformats.org/officeDocument/2006/relationships/notesSlide" Target="/ppt/notesSlides/notesSlide2.xml" Id="Rd5e1f5948e42402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b65896484f654087" /><Relationship Type="http://schemas.openxmlformats.org/officeDocument/2006/relationships/notesSlide" Target="/ppt/notesSlides/notesSlide3.xml" Id="Rf2b310f854a6477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c59767a8f3714e95" /><Relationship Type="http://schemas.openxmlformats.org/officeDocument/2006/relationships/notesSlide" Target="/ppt/notesSlides/notesSlide4.xml" Id="R558895a9d36c44e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0933eb4735fd4eb1" /><Relationship Type="http://schemas.openxmlformats.org/officeDocument/2006/relationships/notesSlide" Target="/ppt/notesSlides/notesSlide5.xml" Id="R942aa26c7fc94c9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a6757c8bdd3a410a" /><Relationship Type="http://schemas.openxmlformats.org/officeDocument/2006/relationships/notesSlide" Target="/ppt/notesSlides/notesSlide6.xml" Id="Rd6f0ee36730a4fb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20da156324414a9f" /><Relationship Type="http://schemas.openxmlformats.org/officeDocument/2006/relationships/notesSlide" Target="/ppt/notesSlides/notesSlide7.xml" Id="Rf3251aa70ce6496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61867e398b4e4a89" /><Relationship Type="http://schemas.openxmlformats.org/officeDocument/2006/relationships/notesSlide" Target="/ppt/notesSlides/notesSlide8.xml" Id="Rdf91512605a44c1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cd89346e316d4558" /><Relationship Type="http://schemas.openxmlformats.org/officeDocument/2006/relationships/notesSlide" Target="/ppt/notesSlides/notesSlide9.xml" Id="Ra0a51ee7f7e643c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329d709c60034d48" /><Relationship Type="http://schemas.openxmlformats.org/officeDocument/2006/relationships/notesSlide" Target="/ppt/notesSlides/notesSlide10.xml" Id="R52ce0a47670f481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71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Google Shape;54;p13">
            <a:extLst xmlns:a="http://schemas.openxmlformats.org/drawingml/2006/main">
              <a:ext uri="{FF2B5EF4-FFF2-40B4-BE49-F238E27FC236}">
                <a16:creationId xmlns:a16="http://schemas.microsoft.com/office/drawing/2014/main" id="{FB68066D-73E4-48E1-9AA6-39FCFFC81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8001000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5400" b="1">
                <a:solidFill>
                  <a:srgbClr val="F6F8F1"/>
                </a:solidFill>
                <a:latin typeface="Arial"/>
                <a:ea typeface="Arial"/>
                <a:cs typeface="Arial"/>
              </a:defRPr>
            </a:pPr>
            <a:r>
              <a:rPr sz="5400" b="1">
                <a:solidFill>
                  <a:srgbClr val="9DDB37"/>
                </a:solidFill>
                <a:latin typeface="Arial"/>
                <a:ea typeface="Arial"/>
                <a:cs typeface="Arial"/>
              </a:rPr>
              <a:t>RTX Spark</a:t>
            </a:r>
            <a:endParaRPr sz="4000" b="1">
              <a:solidFill>
                <a:srgbClr val="FFFFFF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400"/>
              </a:spcAft>
              <a:buNone/>
              <a:defRPr sz="5400" b="1">
                <a:solidFill>
                  <a:srgbClr val="F6F8F1"/>
                </a:solidFill>
                <a:latin typeface="Arial"/>
                <a:ea typeface="Arial"/>
                <a:cs typeface="Arial"/>
              </a:defRPr>
            </a:pPr>
            <a:r>
              <a:rPr sz="5400" b="1">
                <a:solidFill>
                  <a:srgbClr val="F6F8F1"/>
                </a:solidFill>
                <a:latin typeface="Arial"/>
                <a:ea typeface="Arial"/>
                <a:cs typeface="Arial"/>
              </a:rPr>
              <a:t>Exec Review</a:t>
            </a:r>
            <a:endParaRPr sz="4000" b="1">
              <a:solidFill>
                <a:srgbClr val="FFFFFF"/>
              </a:solidFill>
            </a:endParaRPr>
          </a:p>
        </p:txBody>
      </p:sp>
      <p:sp>
        <p:nvSpPr>
          <p:cNvPr id="55" name="Google Shape;55;p13">
            <a:extLst xmlns:a="http://schemas.openxmlformats.org/drawingml/2006/main">
              <a:ext uri="{FF2B5EF4-FFF2-40B4-BE49-F238E27FC236}">
                <a16:creationId xmlns:a16="http://schemas.microsoft.com/office/drawing/2014/main" id="{45DBDB89-C2E1-4E43-AFFA-C1B200973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7620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75" b="0">
                <a:solidFill>
                  <a:srgbClr val="D0D9CD"/>
                </a:solidFill>
                <a:latin typeface="Arial"/>
                <a:ea typeface="Arial"/>
                <a:cs typeface="Arial"/>
              </a:defRPr>
            </a:pPr>
            <a:r>
              <a:rPr sz="1875" b="0" u="none">
                <a:solidFill>
                  <a:srgbClr val="D0D9CD"/>
                </a:solidFill>
                <a:latin typeface="Arial"/>
                <a:ea typeface="Arial"/>
                <a:cs typeface="Arial"/>
              </a:rPr>
              <a:t>Campaign plan</a:t>
            </a:r>
            <a:endParaRPr sz="1800">
              <a:solidFill>
                <a:srgbClr val="C7D2FE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400"/>
              </a:spcAft>
              <a:buNone/>
              <a:defRPr sz="1875" b="0">
                <a:solidFill>
                  <a:srgbClr val="D0D9CD"/>
                </a:solidFill>
                <a:latin typeface="Arial"/>
                <a:ea typeface="Arial"/>
                <a:cs typeface="Arial"/>
              </a:defRPr>
            </a:pPr>
            <a:r>
              <a:rPr sz="1875" b="0" u="none">
                <a:solidFill>
                  <a:srgbClr val="D0D9CD"/>
                </a:solidFill>
                <a:latin typeface="Arial"/>
                <a:ea typeface="Arial"/>
                <a:cs typeface="Arial"/>
              </a:rPr>
              <a:t>Decision-ready working deck</a:t>
            </a:r>
            <a:endParaRPr sz="1800">
              <a:solidFill>
                <a:srgbClr val="C7D2F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6547969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0" name="Google Shape;60;p14">
            <a:extLst xmlns:a="http://schemas.openxmlformats.org/drawingml/2006/main">
              <a:ext uri="{FF2B5EF4-FFF2-40B4-BE49-F238E27FC236}">
                <a16:creationId xmlns:a16="http://schemas.microsoft.com/office/drawing/2014/main" id="{0B677574-3BD1-467E-BB6D-E20E8AD65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257175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buNone/>
              <a:defRPr sz="2850" b="1">
                <a:solidFill>
                  <a:srgbClr val="24421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24421A"/>
                </a:solidFill>
                <a:latin typeface="Arial"/>
                <a:ea typeface="Arial"/>
                <a:cs typeface="Arial"/>
              </a:rPr>
              <a:t>Lead with the agent</a:t>
            </a:r>
            <a:endParaRPr sz="2800" b="1">
              <a:solidFill>
                <a:srgbClr val="172554"/>
              </a:solidFill>
            </a:endParaRPr>
          </a:p>
        </p:txBody>
      </p:sp>
      <p:sp>
        <p:nvSpPr>
          <p:cNvPr id="61" name="Google Shape;61;p14">
            <a:extLst xmlns:a="http://schemas.openxmlformats.org/drawingml/2006/main">
              <a:ext uri="{FF2B5EF4-FFF2-40B4-BE49-F238E27FC236}">
                <a16:creationId xmlns:a16="http://schemas.microsoft.com/office/drawing/2014/main" id="{3F5CDEB7-DA7B-491F-8397-4335B096B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762000"/>
            <a:ext cx="5048250" cy="3800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THE PROMISE</a:t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Useful AI coworkers running locally</a:t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THE PROOF</a:t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Performance, privacy, and readiness support that promise</a:t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THE ASK</a:t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40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Approve the agent-first keynote storyline</a:t>
            </a:r>
            <a:endParaRPr sz="1700">
              <a:solidFill>
                <a:srgbClr val="1F2937"/>
              </a:solidFill>
            </a:endParaRPr>
          </a:p>
        </p:txBody>
      </p:sp>
      <p:sp>
        <p:nvSpPr>
          <p:cNvPr id="62" name="Google Shape;62;p14">
            <a:extLst xmlns:a="http://schemas.openxmlformats.org/drawingml/2006/main">
              <a:ext uri="{FF2B5EF4-FFF2-40B4-BE49-F238E27FC236}">
                <a16:creationId xmlns:a16="http://schemas.microsoft.com/office/drawing/2014/main" id="{C7D8016B-6E9F-4303-A339-A6B94454E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78867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buNone/>
              <a:defRPr sz="863" b="0">
                <a:solidFill>
                  <a:srgbClr val="64735E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64735E"/>
                </a:solidFill>
                <a:latin typeface="Arial"/>
                <a:ea typeface="Arial"/>
                <a:cs typeface="Arial"/>
              </a:rPr>
              <a:t>RTX SPARK  /  EXECUTIVE REVIEW</a:t>
            </a:r>
            <a:endParaRPr sz="800">
              <a:solidFill>
                <a:srgbClr val="64748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012657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7" name="Google Shape;67;p15">
            <a:extLst xmlns:a="http://schemas.openxmlformats.org/drawingml/2006/main">
              <a:ext uri="{FF2B5EF4-FFF2-40B4-BE49-F238E27FC236}">
                <a16:creationId xmlns:a16="http://schemas.microsoft.com/office/drawing/2014/main" id="{5BFFA398-D32C-48F0-A55B-2E30CFC2D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257175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buNone/>
              <a:defRPr sz="2850" b="1">
                <a:solidFill>
                  <a:srgbClr val="24421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24421A"/>
                </a:solidFill>
                <a:latin typeface="Arial"/>
                <a:ea typeface="Arial"/>
                <a:cs typeface="Arial"/>
              </a:rPr>
              <a:t>Campaign readiness</a:t>
            </a:r>
            <a:endParaRPr sz="2800" b="1">
              <a:solidFill>
                <a:srgbClr val="172554"/>
              </a:solidFill>
            </a:endParaRPr>
          </a:p>
        </p:txBody>
      </p:sp>
      <p:sp>
        <p:nvSpPr>
          <p:cNvPr id="68" name="Google Shape;68;p15">
            <a:extLst xmlns:a="http://schemas.openxmlformats.org/drawingml/2006/main">
              <a:ext uri="{FF2B5EF4-FFF2-40B4-BE49-F238E27FC236}">
                <a16:creationId xmlns:a16="http://schemas.microsoft.com/office/drawing/2014/main" id="{77368569-461D-490C-82D2-2D58248C6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762000"/>
            <a:ext cx="5048250" cy="3800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CLAIMS</a:t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Approved evidence is ready to incorporate.</a:t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DECK</a:t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40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The latest review pass defines the required edits.</a:t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sz="1700">
                <a:solidFill>
                  <a:srgbClr val="1F2937"/>
                </a:solidFill>
              </a:rPr>
              <a:t/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40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DECISIONS</a:t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40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Leadership needs to close the keynote storyline and GTC demo slate.</a:t>
            </a:r>
            <a:endParaRPr sz="1700">
              <a:solidFill>
                <a:srgbClr val="1F2937"/>
              </a:solidFill>
            </a:endParaRPr>
          </a:p>
        </p:txBody>
      </p:sp>
      <p:sp>
        <p:nvSpPr>
          <p:cNvPr id="69" name="Google Shape;69;p15">
            <a:extLst xmlns:a="http://schemas.openxmlformats.org/drawingml/2006/main">
              <a:ext uri="{FF2B5EF4-FFF2-40B4-BE49-F238E27FC236}">
                <a16:creationId xmlns:a16="http://schemas.microsoft.com/office/drawing/2014/main" id="{3C21E058-9954-47C9-B1A0-057C91C6F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78867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buNone/>
              <a:defRPr sz="863" b="0">
                <a:solidFill>
                  <a:srgbClr val="64735E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64735E"/>
                </a:solidFill>
                <a:latin typeface="Arial"/>
                <a:ea typeface="Arial"/>
                <a:cs typeface="Arial"/>
              </a:rPr>
              <a:t>RTX SPARK  /  EXECUTIVE REVIEW</a:t>
            </a:r>
            <a:endParaRPr sz="800">
              <a:solidFill>
                <a:srgbClr val="64748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922412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4" name="Google Shape;74;p16">
            <a:extLst xmlns:a="http://schemas.openxmlformats.org/drawingml/2006/main">
              <a:ext uri="{FF2B5EF4-FFF2-40B4-BE49-F238E27FC236}">
                <a16:creationId xmlns:a16="http://schemas.microsoft.com/office/drawing/2014/main" id="{D5368BFB-F898-4E15-9545-A3BE70141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4350"/>
            <a:ext cx="8001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buNone/>
              <a:defRPr sz="2700" b="1">
                <a:solidFill>
                  <a:srgbClr val="20281F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20281F"/>
                </a:solidFill>
                <a:latin typeface="Arial"/>
                <a:ea typeface="Arial"/>
                <a:cs typeface="Arial"/>
              </a:rPr>
              <a:t>Inference performance — update required</a:t>
            </a:r>
            <a:endParaRPr sz="2800" b="1">
              <a:solidFill>
                <a:srgbClr val="172554"/>
              </a:solidFill>
            </a:endParaRPr>
          </a:p>
        </p:txBody>
      </p:sp>
      <p:sp>
        <p:nvSpPr>
          <p:cNvPr id="75" name="Google Shape;75;p16">
            <a:extLst xmlns:a="http://schemas.openxmlformats.org/drawingml/2006/main">
              <a:ext uri="{FF2B5EF4-FFF2-40B4-BE49-F238E27FC236}">
                <a16:creationId xmlns:a16="http://schemas.microsoft.com/office/drawing/2014/main" id="{5E64A305-4626-47B6-97BD-F2395996D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788670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Performance to go here - Mike Chen to provide</a:t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sz="1700">
                <a:solidFill>
                  <a:srgbClr val="1F2937"/>
                </a:solidFill>
              </a:rPr>
              <a:t/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OWNER</a:t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Mike Chen / Marketing</a:t>
            </a:r>
            <a:endParaRPr sz="1700">
              <a:solidFill>
                <a:srgbClr val="1F2937"/>
              </a:solidFill>
            </a:endParaRPr>
          </a:p>
        </p:txBody>
      </p:sp>
      <p:sp>
        <p:nvSpPr>
          <p:cNvPr id="76" name="Google Shape;76;p16">
            <a:extLst xmlns:a="http://schemas.openxmlformats.org/drawingml/2006/main">
              <a:ext uri="{FF2B5EF4-FFF2-40B4-BE49-F238E27FC236}">
                <a16:creationId xmlns:a16="http://schemas.microsoft.com/office/drawing/2014/main" id="{377F5BEF-099A-43E5-B150-F00308C39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78867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buNone/>
              <a:defRPr sz="863" b="0">
                <a:solidFill>
                  <a:srgbClr val="64735E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64735E"/>
                </a:solidFill>
                <a:latin typeface="Arial"/>
                <a:ea typeface="Arial"/>
                <a:cs typeface="Arial"/>
              </a:rPr>
              <a:t>RTX SPARK  /  EXECUTIVE REVIEW</a:t>
            </a:r>
            <a:endParaRPr sz="800">
              <a:solidFill>
                <a:srgbClr val="64748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0940560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1" name="Google Shape;81;p17">
            <a:extLst xmlns:a="http://schemas.openxmlformats.org/drawingml/2006/main">
              <a:ext uri="{FF2B5EF4-FFF2-40B4-BE49-F238E27FC236}">
                <a16:creationId xmlns:a16="http://schemas.microsoft.com/office/drawing/2014/main" id="{4F6DB694-46D5-48DB-9BFA-02F85CBF1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257175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buNone/>
              <a:defRPr sz="2850" b="1">
                <a:solidFill>
                  <a:srgbClr val="24421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24421A"/>
                </a:solidFill>
                <a:latin typeface="Arial"/>
                <a:ea typeface="Arial"/>
                <a:cs typeface="Arial"/>
              </a:rPr>
              <a:t>One claim across every surface</a:t>
            </a:r>
            <a:endParaRPr sz="2800" b="1">
              <a:solidFill>
                <a:srgbClr val="172554"/>
              </a:solidFill>
            </a:endParaRPr>
          </a:p>
        </p:txBody>
      </p:sp>
      <p:sp>
        <p:nvSpPr>
          <p:cNvPr id="82" name="Google Shape;82;p17">
            <a:extLst xmlns:a="http://schemas.openxmlformats.org/drawingml/2006/main">
              <a:ext uri="{FF2B5EF4-FFF2-40B4-BE49-F238E27FC236}">
                <a16:creationId xmlns:a16="http://schemas.microsoft.com/office/drawing/2014/main" id="{DEAF48D7-F0A5-4A5A-AEF2-E49A2BC1C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762000"/>
            <a:ext cx="5048250" cy="3800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GTC DECK</a:t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Agent Messaging • Campaign plan • Creative assets</a:t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DECISION GATE</a:t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Approve wording and disclaimer once, then propagate without drift.</a:t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CONTROL</a:t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40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Do not invent, extrapolate, or preserve superseded multipliers.</a:t>
            </a:r>
            <a:endParaRPr sz="1700">
              <a:solidFill>
                <a:srgbClr val="1F2937"/>
              </a:solidFill>
            </a:endParaRPr>
          </a:p>
        </p:txBody>
      </p:sp>
      <p:sp>
        <p:nvSpPr>
          <p:cNvPr id="83" name="Google Shape;83;p17">
            <a:extLst xmlns:a="http://schemas.openxmlformats.org/drawingml/2006/main">
              <a:ext uri="{FF2B5EF4-FFF2-40B4-BE49-F238E27FC236}">
                <a16:creationId xmlns:a16="http://schemas.microsoft.com/office/drawing/2014/main" id="{4A63EC80-A32D-4C48-B16A-5D97A614E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78867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buNone/>
              <a:defRPr sz="863" b="0">
                <a:solidFill>
                  <a:srgbClr val="64735E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64735E"/>
                </a:solidFill>
                <a:latin typeface="Arial"/>
                <a:ea typeface="Arial"/>
                <a:cs typeface="Arial"/>
              </a:rPr>
              <a:t>RTX SPARK  /  EXECUTIVE REVIEW</a:t>
            </a:r>
            <a:endParaRPr sz="800">
              <a:solidFill>
                <a:srgbClr val="64748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625037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8" name="Google Shape;88;p18">
            <a:extLst xmlns:a="http://schemas.openxmlformats.org/drawingml/2006/main">
              <a:ext uri="{FF2B5EF4-FFF2-40B4-BE49-F238E27FC236}">
                <a16:creationId xmlns:a16="http://schemas.microsoft.com/office/drawing/2014/main" id="{0189F752-CC9E-4B36-B0C0-41F3E92A2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257175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buNone/>
              <a:defRPr sz="2850" b="1">
                <a:solidFill>
                  <a:srgbClr val="24421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24421A"/>
                </a:solidFill>
                <a:latin typeface="Arial"/>
                <a:ea typeface="Arial"/>
                <a:cs typeface="Arial"/>
              </a:rPr>
              <a:t>Customer use example</a:t>
            </a:r>
            <a:endParaRPr sz="2800" b="1">
              <a:solidFill>
                <a:srgbClr val="172554"/>
              </a:solidFill>
            </a:endParaRPr>
          </a:p>
        </p:txBody>
      </p:sp>
      <p:sp>
        <p:nvSpPr>
          <p:cNvPr id="89" name="Google Shape;89;p18">
            <a:extLst xmlns:a="http://schemas.openxmlformats.org/drawingml/2006/main">
              <a:ext uri="{FF2B5EF4-FFF2-40B4-BE49-F238E27FC236}">
                <a16:creationId xmlns:a16="http://schemas.microsoft.com/office/drawing/2014/main" id="{1DB48599-54EE-499B-8DF7-B939B8B6E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762000"/>
            <a:ext cx="5048250" cy="3800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SCENARIO</a:t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A retail associate compares two laptops using a local product catalog.</a:t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ASSISTANCE</a:t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The assistant summarizes the differences and drafts a customer follow-up.</a:t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CUSTOMER VALUE</a:t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40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The associate reviews the draft before sending. Customer details stay on the device.</a:t>
            </a:r>
            <a:endParaRPr sz="1700">
              <a:solidFill>
                <a:srgbClr val="1F2937"/>
              </a:solidFill>
            </a:endParaRPr>
          </a:p>
        </p:txBody>
      </p:sp>
      <p:sp>
        <p:nvSpPr>
          <p:cNvPr id="90" name="Google Shape;90;p18">
            <a:extLst xmlns:a="http://schemas.openxmlformats.org/drawingml/2006/main">
              <a:ext uri="{FF2B5EF4-FFF2-40B4-BE49-F238E27FC236}">
                <a16:creationId xmlns:a16="http://schemas.microsoft.com/office/drawing/2014/main" id="{01C755D0-07FF-45F9-9821-B6498E89D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78867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buNone/>
              <a:defRPr sz="863" b="0">
                <a:solidFill>
                  <a:srgbClr val="64735E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64735E"/>
                </a:solidFill>
                <a:latin typeface="Arial"/>
                <a:ea typeface="Arial"/>
                <a:cs typeface="Arial"/>
              </a:rPr>
              <a:t>RTX SPARK  /  EXECUTIVE REVIEW</a:t>
            </a:r>
            <a:endParaRPr sz="800">
              <a:solidFill>
                <a:srgbClr val="64748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468572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5" name="Google Shape;95;p19">
            <a:extLst xmlns:a="http://schemas.openxmlformats.org/drawingml/2006/main">
              <a:ext uri="{FF2B5EF4-FFF2-40B4-BE49-F238E27FC236}">
                <a16:creationId xmlns:a16="http://schemas.microsoft.com/office/drawing/2014/main" id="{92EDC586-01C2-41D1-8FD3-BF8ABBF71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4350"/>
            <a:ext cx="8001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buNone/>
              <a:defRPr sz="2700" b="1">
                <a:solidFill>
                  <a:srgbClr val="20281F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20281F"/>
                </a:solidFill>
                <a:latin typeface="Arial"/>
                <a:ea typeface="Arial"/>
                <a:cs typeface="Arial"/>
              </a:rPr>
              <a:t>GTC demos — alignment needed</a:t>
            </a:r>
            <a:endParaRPr sz="2800" b="1">
              <a:solidFill>
                <a:srgbClr val="172554"/>
              </a:solidFill>
            </a:endParaRPr>
          </a:p>
        </p:txBody>
      </p:sp>
      <p:sp>
        <p:nvSpPr>
          <p:cNvPr id="96" name="Google Shape;96;p19">
            <a:extLst xmlns:a="http://schemas.openxmlformats.org/drawingml/2006/main">
              <a:ext uri="{FF2B5EF4-FFF2-40B4-BE49-F238E27FC236}">
                <a16:creationId xmlns:a16="http://schemas.microsoft.com/office/drawing/2014/main" id="{665C41F7-D7B0-49F4-93D7-051481457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788670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DECISION</a:t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Choose demos that show useful assistance with the user in control.</a:t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CUSTOMER EXAMPLE</a:t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Candidate use case still to be summarized for the review.</a:t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OPEN</a:t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40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Confirm the demo slate and owners. No selection is approved yet.</a:t>
            </a:r>
            <a:endParaRPr sz="1700">
              <a:solidFill>
                <a:srgbClr val="1F2937"/>
              </a:solidFill>
            </a:endParaRPr>
          </a:p>
        </p:txBody>
      </p:sp>
      <p:sp>
        <p:nvSpPr>
          <p:cNvPr id="97" name="Google Shape;97;p19">
            <a:extLst xmlns:a="http://schemas.openxmlformats.org/drawingml/2006/main">
              <a:ext uri="{FF2B5EF4-FFF2-40B4-BE49-F238E27FC236}">
                <a16:creationId xmlns:a16="http://schemas.microsoft.com/office/drawing/2014/main" id="{B8C661BD-579B-481F-88C5-53BD9758C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78867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buNone/>
              <a:defRPr sz="863" b="0">
                <a:solidFill>
                  <a:srgbClr val="64735E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64735E"/>
                </a:solidFill>
                <a:latin typeface="Arial"/>
                <a:ea typeface="Arial"/>
                <a:cs typeface="Arial"/>
              </a:rPr>
              <a:t>RTX SPARK  /  EXECUTIVE REVIEW</a:t>
            </a:r>
            <a:endParaRPr sz="800">
              <a:solidFill>
                <a:srgbClr val="64748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588396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Google Shape;102;p20">
            <a:extLst xmlns:a="http://schemas.openxmlformats.org/drawingml/2006/main">
              <a:ext uri="{FF2B5EF4-FFF2-40B4-BE49-F238E27FC236}">
                <a16:creationId xmlns:a16="http://schemas.microsoft.com/office/drawing/2014/main" id="{C156E780-7D2D-4EAF-82FE-039D02F35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257175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buNone/>
              <a:defRPr sz="2850" b="1">
                <a:solidFill>
                  <a:srgbClr val="24421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24421A"/>
                </a:solidFill>
                <a:latin typeface="Arial"/>
                <a:ea typeface="Arial"/>
                <a:cs typeface="Arial"/>
              </a:rPr>
              <a:t>Execution dependencies</a:t>
            </a:r>
            <a:endParaRPr sz="2800" b="1">
              <a:solidFill>
                <a:srgbClr val="172554"/>
              </a:solidFill>
            </a:endParaRPr>
          </a:p>
        </p:txBody>
      </p:sp>
      <p:sp>
        <p:nvSpPr>
          <p:cNvPr id="103" name="Google Shape;103;p20">
            <a:extLst xmlns:a="http://schemas.openxmlformats.org/drawingml/2006/main">
              <a:ext uri="{FF2B5EF4-FFF2-40B4-BE49-F238E27FC236}">
                <a16:creationId xmlns:a16="http://schemas.microsoft.com/office/drawing/2014/main" id="{147B6E11-1E17-4CDB-91E4-A218BC304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762000"/>
            <a:ext cx="5048250" cy="3800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CLAIMS</a:t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Approval unlocks deck, messaging, and creative updates.</a:t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PRODUCTION</a:t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Venue and crew timing depend on a same-day decision.</a:t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PARTNERS</a:t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40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Commitments must map back to the approved keynote and demo decisions.</a:t>
            </a:r>
            <a:endParaRPr sz="1700">
              <a:solidFill>
                <a:srgbClr val="1F2937"/>
              </a:solidFill>
            </a:endParaRPr>
          </a:p>
        </p:txBody>
      </p:sp>
      <p:sp>
        <p:nvSpPr>
          <p:cNvPr id="104" name="Google Shape;104;p20">
            <a:extLst xmlns:a="http://schemas.openxmlformats.org/drawingml/2006/main">
              <a:ext uri="{FF2B5EF4-FFF2-40B4-BE49-F238E27FC236}">
                <a16:creationId xmlns:a16="http://schemas.microsoft.com/office/drawing/2014/main" id="{F949D484-1549-456B-B450-60AD9E98C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78867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buNone/>
              <a:defRPr sz="863" b="0">
                <a:solidFill>
                  <a:srgbClr val="64735E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64735E"/>
                </a:solidFill>
                <a:latin typeface="Arial"/>
                <a:ea typeface="Arial"/>
                <a:cs typeface="Arial"/>
              </a:rPr>
              <a:t>RTX SPARK  /  EXECUTIVE REVIEW</a:t>
            </a:r>
            <a:endParaRPr sz="800">
              <a:solidFill>
                <a:srgbClr val="64748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4349804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A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9" name="Google Shape;109;p21">
            <a:extLst xmlns:a="http://schemas.openxmlformats.org/drawingml/2006/main">
              <a:ext uri="{FF2B5EF4-FFF2-40B4-BE49-F238E27FC236}">
                <a16:creationId xmlns:a16="http://schemas.microsoft.com/office/drawing/2014/main" id="{FE8E484C-BB5C-46AD-90EE-0ADD0BFB3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257175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buNone/>
              <a:defRPr sz="2850" b="1">
                <a:solidFill>
                  <a:srgbClr val="24421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24421A"/>
                </a:solidFill>
                <a:latin typeface="Arial"/>
                <a:ea typeface="Arial"/>
                <a:cs typeface="Arial"/>
              </a:rPr>
              <a:t>Marketing shoot — decision required</a:t>
            </a:r>
            <a:endParaRPr sz="2800" b="1">
              <a:solidFill>
                <a:srgbClr val="172554"/>
              </a:solidFill>
            </a:endParaRPr>
          </a:p>
        </p:txBody>
      </p:sp>
      <p:sp>
        <p:nvSpPr>
          <p:cNvPr id="110" name="Google Shape;110;p21">
            <a:extLst xmlns:a="http://schemas.openxmlformats.org/drawingml/2006/main">
              <a:ext uri="{FF2B5EF4-FFF2-40B4-BE49-F238E27FC236}">
                <a16:creationId xmlns:a16="http://schemas.microsoft.com/office/drawing/2014/main" id="{1A0A89F7-B050-43A8-9C4F-DD5ABC8F0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762000"/>
            <a:ext cx="5048250" cy="3800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BLOCKER</a:t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The planned venue is unavailable.</a:t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DECISION</a:t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Choose a replacement shoot date.</a:t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IMPACT</a:t>
            </a:r>
            <a:endParaRPr sz="17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400"/>
              </a:spcAft>
              <a:buNone/>
              <a:defRPr sz="1702" b="0">
                <a:solidFill>
                  <a:srgbClr val="35432F"/>
                </a:solidFill>
                <a:latin typeface="Arial"/>
                <a:ea typeface="Arial"/>
                <a:cs typeface="Arial"/>
              </a:defRPr>
            </a:pPr>
            <a:r>
              <a:rPr sz="1702" b="0" u="none">
                <a:solidFill>
                  <a:srgbClr val="35432F"/>
                </a:solidFill>
                <a:latin typeface="Arial"/>
                <a:ea typeface="Arial"/>
                <a:cs typeface="Arial"/>
              </a:rPr>
              <a:t>Priya cannot rebook the venue or protect downstream crew holds until the date is set.</a:t>
            </a:r>
            <a:endParaRPr sz="1700">
              <a:solidFill>
                <a:srgbClr val="1F2937"/>
              </a:solidFill>
            </a:endParaRPr>
          </a:p>
        </p:txBody>
      </p:sp>
      <p:sp>
        <p:nvSpPr>
          <p:cNvPr id="111" name="Google Shape;111;p21">
            <a:extLst xmlns:a="http://schemas.openxmlformats.org/drawingml/2006/main">
              <a:ext uri="{FF2B5EF4-FFF2-40B4-BE49-F238E27FC236}">
                <a16:creationId xmlns:a16="http://schemas.microsoft.com/office/drawing/2014/main" id="{6C7AA606-6D8E-4406-B7F1-D40DF9605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78867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buNone/>
              <a:defRPr sz="863" b="0">
                <a:solidFill>
                  <a:srgbClr val="64735E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64735E"/>
                </a:solidFill>
                <a:latin typeface="Arial"/>
                <a:ea typeface="Arial"/>
                <a:cs typeface="Arial"/>
              </a:rPr>
              <a:t>RTX SPARK  /  EXECUTIVE REVIEW</a:t>
            </a:r>
            <a:endParaRPr sz="800">
              <a:solidFill>
                <a:srgbClr val="64748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7316976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71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6" name="Google Shape;116;p22">
            <a:extLst xmlns:a="http://schemas.openxmlformats.org/drawingml/2006/main">
              <a:ext uri="{FF2B5EF4-FFF2-40B4-BE49-F238E27FC236}">
                <a16:creationId xmlns:a16="http://schemas.microsoft.com/office/drawing/2014/main" id="{A72DF364-FB95-4D68-83B5-D2AA0A7E2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4350"/>
            <a:ext cx="8001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buNone/>
              <a:defRPr sz="3000" b="1">
                <a:solidFill>
                  <a:srgbClr val="A7E34B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A7E34B"/>
                </a:solidFill>
                <a:latin typeface="Arial"/>
                <a:ea typeface="Arial"/>
                <a:cs typeface="Arial"/>
              </a:rPr>
              <a:t>Two decisions to leave with</a:t>
            </a:r>
            <a:endParaRPr sz="3000" b="1">
              <a:solidFill>
                <a:srgbClr val="A7E34B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7" name="Google Shape;117;p22">
            <a:extLst xmlns:a="http://schemas.openxmlformats.org/drawingml/2006/main">
              <a:ext uri="{FF2B5EF4-FFF2-40B4-BE49-F238E27FC236}">
                <a16:creationId xmlns:a16="http://schemas.microsoft.com/office/drawing/2014/main" id="{CB7BCB78-F2C8-4A6A-839D-3A9AAF24C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788670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F3F6EF"/>
                </a:solidFill>
                <a:latin typeface="Arial"/>
                <a:ea typeface="Arial"/>
                <a:cs typeface="Arial"/>
              </a:defRPr>
            </a:pPr>
            <a:r>
              <a:rPr sz="1800" b="0" u="none">
                <a:solidFill>
                  <a:srgbClr val="F3F6EF"/>
                </a:solidFill>
                <a:latin typeface="Arial"/>
                <a:ea typeface="Arial"/>
                <a:cs typeface="Arial"/>
              </a:rPr>
              <a:t>1  APPROVE THE PROPOSED KEYNOTE STORYLINE</a:t>
            </a:r>
            <a:endParaRPr sz="18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  <a:defRPr sz="1800" b="0">
                <a:solidFill>
                  <a:srgbClr val="F3F6EF"/>
                </a:solidFill>
                <a:latin typeface="Arial"/>
                <a:ea typeface="Arial"/>
                <a:cs typeface="Arial"/>
              </a:defRPr>
            </a:pPr>
            <a:r>
              <a:rPr sz="1800" b="0" u="none">
                <a:solidFill>
                  <a:srgbClr val="F3F6EF"/>
                </a:solidFill>
                <a:latin typeface="Arial"/>
                <a:ea typeface="Arial"/>
                <a:cs typeface="Arial"/>
              </a:rPr>
              <a:t>Lead with agents; use specifications as evidence.</a:t>
            </a:r>
            <a:endParaRPr sz="18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  <a:defRPr sz="1800" b="0">
                <a:solidFill>
                  <a:srgbClr val="F3F6EF"/>
                </a:solidFill>
                <a:latin typeface="Arial"/>
                <a:ea typeface="Arial"/>
                <a:cs typeface="Arial"/>
              </a:defRPr>
            </a:pPr>
            <a:r>
              <a:rPr sz="1800" b="0" u="none">
                <a:solidFill>
                  <a:srgbClr val="F3F6EF"/>
                </a:solidFill>
                <a:latin typeface="Arial"/>
                <a:ea typeface="Arial"/>
                <a:cs typeface="Arial"/>
              </a:rPr>
              <a:t>2  ALIGN ON THE DEMOS FOR GTC</a:t>
            </a:r>
            <a:endParaRPr sz="18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  <a:defRPr sz="1800" b="0">
                <a:solidFill>
                  <a:srgbClr val="F3F6EF"/>
                </a:solidFill>
                <a:latin typeface="Arial"/>
                <a:ea typeface="Arial"/>
                <a:cs typeface="Arial"/>
              </a:defRPr>
            </a:pPr>
            <a:r>
              <a:rPr sz="1800" b="0" u="none">
                <a:solidFill>
                  <a:srgbClr val="F3F6EF"/>
                </a:solidFill>
                <a:latin typeface="Arial"/>
                <a:ea typeface="Arial"/>
                <a:cs typeface="Arial"/>
              </a:rPr>
              <a:t>Confirm the slate and owners that prove the story.</a:t>
            </a:r>
            <a:endParaRPr sz="18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  <a:defRPr sz="1800" b="0">
                <a:solidFill>
                  <a:srgbClr val="F3F6EF"/>
                </a:solidFill>
                <a:latin typeface="Arial"/>
                <a:ea typeface="Arial"/>
                <a:cs typeface="Arial"/>
              </a:defRPr>
            </a:pPr>
            <a:r>
              <a:rPr sz="1800" b="0" u="none">
                <a:solidFill>
                  <a:srgbClr val="F3F6EF"/>
                </a:solidFill>
                <a:latin typeface="Arial"/>
                <a:ea typeface="Arial"/>
                <a:cs typeface="Arial"/>
              </a:rPr>
              <a:t>Working files</a:t>
            </a:r>
            <a:endParaRPr sz="1800">
              <a:solidFill>
                <a:srgbClr val="1F2937"/>
              </a:solidFill>
            </a:endParaRPr>
          </a:p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400"/>
              </a:spcBef>
              <a:spcAft>
                <a:spcPts val="400"/>
              </a:spcAft>
              <a:buNone/>
              <a:defRPr sz="1800" b="0">
                <a:solidFill>
                  <a:srgbClr val="F3F6EF"/>
                </a:solidFill>
                <a:latin typeface="Arial"/>
                <a:ea typeface="Arial"/>
                <a:cs typeface="Arial"/>
              </a:defRPr>
            </a:pPr>
            <a:r>
              <a:rPr sz="1800" b="0" u="none">
                <a:solidFill>
                  <a:srgbClr val="F3F6EF"/>
                </a:solidFill>
                <a:latin typeface="Arial"/>
                <a:ea typeface="Arial"/>
                <a:cs typeface="Arial"/>
              </a:rPr>
              <a:t>Campaign tracker • Campaign plan</a:t>
            </a:r>
            <a:endParaRPr sz="1800" b="0" u="none">
              <a:solidFill>
                <a:srgbClr val="F3F6E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8" name="Google Shape;118;p22">
            <a:extLst xmlns:a="http://schemas.openxmlformats.org/drawingml/2006/main">
              <a:ext uri="{FF2B5EF4-FFF2-40B4-BE49-F238E27FC236}">
                <a16:creationId xmlns:a16="http://schemas.microsoft.com/office/drawing/2014/main" id="{FE0B77D1-75D7-49CA-BB96-FC4D6C794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78867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  <a:buNone/>
              <a:defRPr sz="863" b="0">
                <a:solidFill>
                  <a:srgbClr val="B5C2AE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B5C2AE"/>
                </a:solidFill>
                <a:latin typeface="Arial"/>
                <a:ea typeface="Arial"/>
                <a:cs typeface="Arial"/>
              </a:rPr>
              <a:t>RTX SPARK  /  EXECUTIVE REVIEW</a:t>
            </a:r>
            <a:endParaRPr sz="800">
              <a:solidFill>
                <a:srgbClr val="64748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50919224"/>
      </p:ext>
    </p:extLst>
  </p:cSld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2026-09-16T05:56:55.6600000Z</dcterms:created>
  <dcterms:modified xsi:type="dcterms:W3CDTF">2026-09-16T05:56:55.6600000Z</dcterms:modified>
</coreProperties>
</file>